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95661-60E0-5908-ADBD-10F1A181A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952489-8294-F432-AB25-800D48CE8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F77F0-BF20-8263-9633-5059553F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2BD69-C23F-384F-49D3-3876E526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E0B1F5-D929-6F2C-C731-7D91E6A3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397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F2368-BCD1-CAA1-E191-EA25FDE6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179B3-3365-F830-911F-56EB226FC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D84F62-4405-E29A-AF06-3D24A599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8A38C-16F2-FD2E-96F6-785B3593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57C05-C6FF-7739-0253-44581A6A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29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7E62A-288A-8758-4B12-7CE9F99E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ADF987-D8AB-C065-C571-DFEED8BDA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FF95E-8980-53B5-FF83-B032F3FC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119A49-B453-0FD5-C1B8-113C686EB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630BDC-BC0B-998F-F08D-97732A94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86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AA029-3709-7003-6D39-2371C00A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3F44-3EFF-38ED-D102-BFBFAF8AC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64A205-0F8C-3C00-2995-4F7D92699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EF9E46-AF61-21C8-F41D-D84479E7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9E97AF-7B94-4389-B90A-3166DEE9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739FE-0627-C4D1-5DD0-4A6A3A12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9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4392C-33B4-7280-328E-592F4B33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D10F0E-FE9F-58A6-A566-D0D1F706E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2045EA-1FBD-6F38-753B-080151EEB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EC1654-6EDB-11F3-BFC5-97A1B4C1F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734944-076E-EA0B-1DA5-9E0A8FCED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77C304-4C50-29F9-0847-1D20F049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7FD74B7-6F56-06AD-ED52-C402A24B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BB987D-CF2C-EC36-BBFB-A871AB86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270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9065B-41FD-FE7D-9D17-E8C03C39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1F66DE-3DFE-0CEF-3607-5D9A4BBD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0E2BA6-2EC3-7EE9-0909-FFF212F8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BDD2A-3532-4E26-E38E-5124DE22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59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759657-3FA9-AE42-3500-6AB1BD6F4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609C91-CE00-780F-901D-819613565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2186C2-381D-165F-6054-1E798269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0997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45AD5-B563-2FC9-B117-93CC5189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A05BD-A25F-D73C-B983-4E2BF0EB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139E87-213D-71CD-04BE-C4710151F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197F51-A23E-62B7-F098-D980B247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CA7B4-E230-2D58-A6EA-B5B09F65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AC97F2-ED92-16C3-2A87-163DF2A0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178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DCD08-9AF6-D39E-BF16-CD216E6B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18A2A3-8C5B-6C0A-CA8F-6A4844908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2DEE63-6187-8556-216F-0AA2CF2E1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E19565-3266-3D9B-F760-653DECC9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2FF72D-8656-C3E0-E761-D482907B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A985AE-2B2E-552B-38E5-2DF84190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337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B73E1-9E09-95A9-6B1A-618E7D0C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746E72-1E33-2C29-4B23-B2B27716D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4C16E0-A05C-A2AF-479F-279CBDD7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8DB787-FE95-9036-4248-469BC360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C3B895-10E4-09AF-A372-83AB08E7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85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795AFF-ECC9-00C3-D097-06DDB5A56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890DEE-CB6A-85E8-24A2-DB928A315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7697A5-F69C-4085-0B66-F1802AFD6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A273F7-F57F-C9AA-9A16-DE68549D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7691EA-5DD4-D441-CB47-113EED6C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124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AA1B66-7EF3-9975-558D-D4BC8E82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42C4EC-5668-498C-194B-D147370EA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242A1-7106-8ADF-164C-CC2DA870D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8EE39-FEBD-4614-93AE-5259D3CE99CB}" type="datetimeFigureOut">
              <a:rPr lang="ko-KR" altLang="en-US" smtClean="0"/>
              <a:t>2025-02-26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CAE418-0087-BAB3-F6D6-DF5446297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B97BA-DCB3-C841-76F3-C476E4926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B5AD2-F55E-4AC5-ADE0-39198291C8D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041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B3077-9F5F-1A9D-BE09-7DEEEAB811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EV2 Hierarchies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C7148A-2686-97A7-C36D-55FAD76DB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49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6EB87-187B-88F8-D9DD-43625DFE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Storage Hierarchy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B91B3-3E86-D014-232D-C541D5C55C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40086" y="1961567"/>
            <a:ext cx="1013419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ValueHolder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D446A-8130-4215-8DB3-954E29EDF04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197260" y="1838457"/>
            <a:ext cx="1164101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0000"/>
                </a:solidFill>
                <a:latin typeface="Cascadia Mono" panose="020B0609020000020004" pitchFamily="49" charset="0"/>
              </a:defRPr>
            </a:lvl1pPr>
          </a:lstStyle>
          <a:p>
            <a:r>
              <a:rPr lang="en-US" altLang="ko-KR" dirty="0" err="1"/>
              <a:t>IWithType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81FE9-41A3-841B-344A-FE7A5FE8091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22237" y="2539297"/>
            <a:ext cx="1314784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0000"/>
                </a:solidFill>
                <a:latin typeface="Cascadia Mono" panose="020B0609020000020004" pitchFamily="49" charset="0"/>
              </a:defRPr>
            </a:lvl1pPr>
          </a:lstStyle>
          <a:p>
            <a:r>
              <a:rPr lang="en-US" altLang="ko-KR" dirty="0"/>
              <a:t>IExpression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en-US" altLang="ko-KR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C2D814F-6E4E-873A-FEEB-9B77585FE75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279629" y="2084678"/>
            <a:ext cx="1499682" cy="454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292879-9F62-8B30-26DE-1F255E92097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53695" y="2449062"/>
            <a:ext cx="1088760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ObjectHolder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C74E14A-A99E-3523-91AE-D3B0064F0217}"/>
              </a:ext>
            </a:extLst>
          </p:cNvPr>
          <p:cNvCxnSpPr>
            <a:cxnSpLocks/>
            <a:stCxn id="5" idx="2"/>
            <a:endCxn id="21" idx="1"/>
          </p:cNvCxnSpPr>
          <p:nvPr/>
        </p:nvCxnSpPr>
        <p:spPr>
          <a:xfrm>
            <a:off x="7346796" y="2207788"/>
            <a:ext cx="906899" cy="3643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928FB1D-C27D-C53C-4D17-9F25D210266A}"/>
              </a:ext>
            </a:extLst>
          </p:cNvPr>
          <p:cNvCxnSpPr>
            <a:cxnSpLocks/>
            <a:stCxn id="9" idx="2"/>
            <a:endCxn id="42" idx="0"/>
          </p:cNvCxnSpPr>
          <p:nvPr/>
        </p:nvCxnSpPr>
        <p:spPr>
          <a:xfrm>
            <a:off x="4779311" y="2084678"/>
            <a:ext cx="787862" cy="141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D06DF45-D247-D3EA-683E-1ECEC30FBBA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918347" y="2963120"/>
            <a:ext cx="335348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DD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00AE897-A0D6-9212-12E5-E0687A1A042F}"/>
              </a:ext>
            </a:extLst>
          </p:cNvPr>
          <p:cNvCxnSpPr>
            <a:cxnSpLocks/>
            <a:stCxn id="5" idx="2"/>
            <a:endCxn id="31" idx="0"/>
          </p:cNvCxnSpPr>
          <p:nvPr/>
        </p:nvCxnSpPr>
        <p:spPr>
          <a:xfrm>
            <a:off x="7346796" y="2207788"/>
            <a:ext cx="739225" cy="7553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AF799F6-861C-3026-7CF3-DD137699A413}"/>
              </a:ext>
            </a:extLst>
          </p:cNvPr>
          <p:cNvCxnSpPr>
            <a:cxnSpLocks/>
            <a:stCxn id="11" idx="2"/>
            <a:endCxn id="73" idx="0"/>
          </p:cNvCxnSpPr>
          <p:nvPr/>
        </p:nvCxnSpPr>
        <p:spPr>
          <a:xfrm>
            <a:off x="3279629" y="2785518"/>
            <a:ext cx="1078164" cy="151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1E0F404-768C-D569-3E51-D6F982B91DE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157923" y="5132202"/>
            <a:ext cx="938077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TValue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F933B36-3527-381F-8AF3-99436C227F8F}"/>
              </a:ext>
            </a:extLst>
          </p:cNvPr>
          <p:cNvCxnSpPr>
            <a:cxnSpLocks/>
            <a:stCxn id="42" idx="2"/>
            <a:endCxn id="37" idx="0"/>
          </p:cNvCxnSpPr>
          <p:nvPr/>
        </p:nvCxnSpPr>
        <p:spPr>
          <a:xfrm>
            <a:off x="5567173" y="3746550"/>
            <a:ext cx="59789" cy="138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19A89DF-CF9B-58D6-F247-2D4F7FF7D69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872111" y="3500329"/>
            <a:ext cx="1390124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TValueHolder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210573C-8FE3-AB9F-DC4B-F862DB670BBF}"/>
              </a:ext>
            </a:extLst>
          </p:cNvPr>
          <p:cNvCxnSpPr>
            <a:cxnSpLocks/>
            <a:stCxn id="5" idx="2"/>
            <a:endCxn id="42" idx="0"/>
          </p:cNvCxnSpPr>
          <p:nvPr/>
        </p:nvCxnSpPr>
        <p:spPr>
          <a:xfrm flipH="1">
            <a:off x="5567173" y="2207788"/>
            <a:ext cx="1779623" cy="1292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C13ED71-8F3E-6195-65EB-5761C6D01A1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192659" y="5132202"/>
            <a:ext cx="1164101" cy="24622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TFunction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251416-39A9-110F-F413-B4CED5217E3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75742" y="2937020"/>
            <a:ext cx="1164101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0000"/>
                </a:solidFill>
                <a:latin typeface="Cascadia Mono" panose="020B0609020000020004" pitchFamily="49" charset="0"/>
              </a:defRPr>
            </a:lvl1pPr>
          </a:lstStyle>
          <a:p>
            <a:r>
              <a:rPr lang="en-US" altLang="ko-KR" dirty="0"/>
              <a:t>ITerminal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en-US" altLang="ko-KR" dirty="0"/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0A7DCEBC-D9D7-E7B5-48C7-8CE0B1056D71}"/>
              </a:ext>
            </a:extLst>
          </p:cNvPr>
          <p:cNvCxnSpPr>
            <a:cxnSpLocks/>
            <a:stCxn id="73" idx="2"/>
            <a:endCxn id="42" idx="1"/>
          </p:cNvCxnSpPr>
          <p:nvPr/>
        </p:nvCxnSpPr>
        <p:spPr>
          <a:xfrm>
            <a:off x="4357793" y="3183241"/>
            <a:ext cx="514318" cy="440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93B47F0-12EF-1FF9-DD2F-8136DC6CC15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192485" y="3755757"/>
            <a:ext cx="1390124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0000"/>
                </a:solidFill>
                <a:latin typeface="Cascadia Mono" panose="020B0609020000020004" pitchFamily="49" charset="0"/>
              </a:defRPr>
            </a:lvl1pPr>
          </a:lstStyle>
          <a:p>
            <a:r>
              <a:rPr lang="en-US" altLang="ko-KR" dirty="0"/>
              <a:t>INonTerminal</a:t>
            </a:r>
            <a:r>
              <a:rPr lang="en-US" altLang="ko-KR" sz="1000" dirty="0">
                <a:solidFill>
                  <a:srgbClr val="00B0F0"/>
                </a:solidFill>
                <a:latin typeface="Cascadia Mono" panose="020B0609020000020004" pitchFamily="49" charset="0"/>
              </a:rPr>
              <a:t>&lt;'T&gt;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358488C7-9DD9-49BF-5AF4-313A3ACEA626}"/>
              </a:ext>
            </a:extLst>
          </p:cNvPr>
          <p:cNvCxnSpPr>
            <a:cxnSpLocks/>
            <a:stCxn id="11" idx="2"/>
            <a:endCxn id="87" idx="0"/>
          </p:cNvCxnSpPr>
          <p:nvPr/>
        </p:nvCxnSpPr>
        <p:spPr>
          <a:xfrm flipH="1">
            <a:off x="2887547" y="2785518"/>
            <a:ext cx="392082" cy="970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4CC4BAC-9429-F621-464B-68844855D96D}"/>
              </a:ext>
            </a:extLst>
          </p:cNvPr>
          <p:cNvCxnSpPr>
            <a:cxnSpLocks/>
            <a:stCxn id="87" idx="2"/>
            <a:endCxn id="50" idx="0"/>
          </p:cNvCxnSpPr>
          <p:nvPr/>
        </p:nvCxnSpPr>
        <p:spPr>
          <a:xfrm flipH="1">
            <a:off x="2774710" y="4001978"/>
            <a:ext cx="112837" cy="1130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0263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Cascadia Mono</vt:lpstr>
      <vt:lpstr>Office 테마</vt:lpstr>
      <vt:lpstr>EV2 Hierarchies</vt:lpstr>
      <vt:lpstr>Storage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kwak dual</dc:creator>
  <cp:lastModifiedBy>kwak dual</cp:lastModifiedBy>
  <cp:revision>11</cp:revision>
  <dcterms:created xsi:type="dcterms:W3CDTF">2025-02-21T22:30:46Z</dcterms:created>
  <dcterms:modified xsi:type="dcterms:W3CDTF">2025-02-25T21:55:19Z</dcterms:modified>
</cp:coreProperties>
</file>