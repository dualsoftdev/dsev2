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DDD44-D002-4140-9CE3-EDD565CD6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CA1116-1172-9060-4591-0BC3C6F6D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3A2B5A-D4E6-CB75-10CC-B61D9B33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3183A-3194-DB8F-D035-2B0C9896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B82676-45EE-2FB7-5584-C0833469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16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D9915-1A51-9C16-D0C5-4567302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5691AC-6351-A44E-A473-52E0149AA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9B6CC-10EF-75DD-8976-24483B1B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6992A1-CB92-61D7-A8BD-31DE9B4C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A2A00-6EED-E426-3A14-A7A24834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31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7D516-B309-CB3E-1033-65E33F54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002581-0134-5518-FCB3-D79C894C4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8B25D4-7B74-0DBB-9FD1-6192140C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BA3DEC-705C-6A39-9076-5807920A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68E79-1663-ABBB-56BE-AE9D14D4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20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06224-B435-954C-4157-AC602E3E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B93155-0E13-895F-7235-CC65162ED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D74AA8-F57B-8479-5F9B-C6365D75F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F6E9F-4541-9649-C8AE-755F88CA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430828-4D7E-DDC1-A692-C5D504DE1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D7E4C-59B3-3D01-9117-A5E6B9CA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1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D89F6-BFC9-2CBA-3E9D-F4FAA376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0D8664-7CDF-AFBA-15C2-94E88DEFF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4683F6-A99B-AE0B-CF18-C2361E8F8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B0E462-12FF-3160-37F5-4F7D55ACC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1A8437-ED3E-E1E9-7676-7315C67FA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E344DF-50A8-8CA0-9B8F-3230F81A1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734E59-A436-355F-F7CA-4136FD80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C20DCE-00CC-FBDF-BCD6-38D910E47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25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CC30F-2F30-D0A8-A8C1-A08C4F92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4D97D9-B701-814D-E83B-260D685E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EA570C-33AD-DE9E-8B57-47DD7338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1E25A4-ECC7-B7D7-54DA-B53ADDCC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504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F12103-7BCA-7E72-3593-F0D1888E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EC4D67-C5FF-CC9D-5CE3-68669B2E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044B89-6FDF-62E2-A0D7-F1274CAB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91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FADF1-D557-20C8-C051-95BF1F14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45DB6-9647-DE48-B2CB-64C5DB454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835E4-3456-6CFC-E6FE-A8299AA3F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14E31A-EB64-3575-8CD8-DCCB45C1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C0D8FD-06A9-9FBA-4A95-9DD96F59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245E3C-3507-4D72-0330-3D3D8EAF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40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1DF89-CAE4-E357-567E-27152B37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3BA0E2-6919-8FC3-3CEE-80CD5219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77917-1D4B-47E8-CFFE-516AFEA03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0AA4A1-CE29-A504-07C2-4EB4E15B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346FCA-D73A-042C-6B6C-0F3308D77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D52EAD-FACB-EFE8-DDE2-3E1786CA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38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6F236-1426-B04B-7FC8-F43E4BEF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D251F7-9BB3-F314-BB62-531BE282C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26ABC-7190-8D3F-E88A-6FFBEB9F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D0E2D2-1E90-F209-2F50-736072F9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2F408C-9885-9CC3-F40F-513BC403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281238-5CBC-88C2-5829-B60160F6B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C31191-2304-DF36-60A5-692D0024A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EA773A-5324-045E-568F-B7221103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754FE-E84A-03B1-1CF4-B24455D2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438673-38E9-2366-5A3A-557EBA76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18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001D68-98C5-B812-C5EC-00E1F905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1ABFB-FDF1-2A37-2F7B-1C8BF92EA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7CDBC0-C083-F7AF-6A74-93783AB0A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7C0B8-9BB8-4C64-93B0-1DB24284B24E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E80129-214A-056A-E0C7-693667152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014DD6-9830-83EF-E39D-C2A0BCD2D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832AD-80CF-44D7-A313-D254A9681B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2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6D9B9-FBF0-48D1-32C4-0EF4D413F3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Event-driven Scan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F41618-C042-66B3-69DD-9279530674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061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A7A39-0A45-BC5E-E5D2-1AAB4200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scan </a:t>
            </a:r>
            <a:r>
              <a:rPr lang="ko-KR" altLang="en-US" dirty="0"/>
              <a:t>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5FF89-FDB3-DE33-8FA4-54413E7C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Scan loop</a:t>
            </a:r>
          </a:p>
          <a:p>
            <a:pPr lvl="1"/>
            <a:r>
              <a:rPr lang="en-US" altLang="ko-KR" dirty="0"/>
              <a:t>Change set - </a:t>
            </a:r>
            <a:r>
              <a:rPr lang="ko-KR" altLang="en-US" dirty="0"/>
              <a:t>모든 입력 값 </a:t>
            </a:r>
            <a:r>
              <a:rPr lang="en-US" altLang="ko-KR" dirty="0"/>
              <a:t>(</a:t>
            </a:r>
            <a:r>
              <a:rPr lang="ko-KR" altLang="en-US" dirty="0"/>
              <a:t>이하 </a:t>
            </a:r>
            <a:r>
              <a:rPr lang="en-US" altLang="ko-KR" dirty="0"/>
              <a:t>cs)</a:t>
            </a:r>
          </a:p>
          <a:p>
            <a:pPr lvl="1"/>
            <a:r>
              <a:rPr lang="en-US" altLang="ko-KR" dirty="0"/>
              <a:t>cs </a:t>
            </a:r>
            <a:r>
              <a:rPr lang="ko-KR" altLang="en-US" dirty="0"/>
              <a:t>기준 모든 변수 재평가</a:t>
            </a:r>
            <a:endParaRPr lang="en-US" altLang="ko-KR" dirty="0"/>
          </a:p>
          <a:p>
            <a:r>
              <a:rPr lang="en-US" altLang="ko-KR" dirty="0"/>
              <a:t>Scan </a:t>
            </a:r>
            <a:r>
              <a:rPr lang="ko-KR" altLang="en-US" dirty="0"/>
              <a:t>주기마다</a:t>
            </a:r>
            <a:endParaRPr lang="en-US" altLang="ko-KR" dirty="0"/>
          </a:p>
          <a:p>
            <a:pPr lvl="1"/>
            <a:r>
              <a:rPr lang="ko-KR" altLang="en-US" dirty="0"/>
              <a:t>고정된 </a:t>
            </a:r>
            <a:r>
              <a:rPr lang="ko-KR" altLang="en-US" dirty="0" err="1"/>
              <a:t>연산량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크다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맺고 끊음이 확실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557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F8651-708C-E671-A36D-EE009E86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Event-driven </a:t>
            </a:r>
            <a:r>
              <a:rPr lang="ko-KR" altLang="en-US" dirty="0"/>
              <a:t>재평가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D7C0DB-8737-D23D-EC31-7C0527187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변경된 값 기준으로 관련된 모든 수식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 </a:t>
            </a:r>
            <a:r>
              <a:rPr lang="ko-KR" altLang="en-US" dirty="0"/>
              <a:t>재평가</a:t>
            </a:r>
            <a:endParaRPr lang="en-US" altLang="ko-KR" dirty="0"/>
          </a:p>
          <a:p>
            <a:r>
              <a:rPr lang="ko-KR" altLang="en-US" dirty="0"/>
              <a:t>가변적 </a:t>
            </a:r>
            <a:r>
              <a:rPr lang="ko-KR" altLang="en-US" dirty="0" err="1"/>
              <a:t>연산량</a:t>
            </a:r>
            <a:r>
              <a:rPr lang="en-US" altLang="ko-KR" dirty="0"/>
              <a:t>(</a:t>
            </a:r>
            <a:r>
              <a:rPr lang="ko-KR" altLang="en-US" dirty="0"/>
              <a:t>적다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변경의 </a:t>
            </a:r>
            <a:r>
              <a:rPr lang="ko-KR" altLang="en-US" dirty="0" err="1"/>
              <a:t>변경의</a:t>
            </a:r>
            <a:r>
              <a:rPr lang="ko-KR" altLang="en-US" dirty="0"/>
              <a:t> </a:t>
            </a:r>
            <a:r>
              <a:rPr lang="en-US" altLang="ko-KR" dirty="0"/>
              <a:t>… </a:t>
            </a:r>
            <a:r>
              <a:rPr lang="ko-KR" altLang="en-US" dirty="0"/>
              <a:t>변경에 따른 재평가</a:t>
            </a:r>
            <a:endParaRPr lang="en-US" altLang="ko-KR" dirty="0"/>
          </a:p>
          <a:p>
            <a:pPr lvl="1"/>
            <a:r>
              <a:rPr lang="ko-KR" altLang="en-US" dirty="0"/>
              <a:t>잘못 컨트롤 할 경우</a:t>
            </a:r>
            <a:r>
              <a:rPr lang="en-US" altLang="ko-KR" dirty="0"/>
              <a:t>, </a:t>
            </a:r>
            <a:r>
              <a:rPr lang="ko-KR" altLang="en-US" dirty="0"/>
              <a:t>무한 </a:t>
            </a:r>
            <a:r>
              <a:rPr lang="en-US" altLang="ko-KR" dirty="0"/>
              <a:t>depth </a:t>
            </a:r>
            <a:r>
              <a:rPr lang="ko-KR" altLang="en-US" dirty="0"/>
              <a:t>에 빠질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Scan </a:t>
            </a:r>
            <a:r>
              <a:rPr lang="ko-KR" altLang="en-US" dirty="0"/>
              <a:t>방식의 맺고 끊음이 불확실하다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32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B05F4-7CF2-F854-9191-6F613C81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신규 제안 방식</a:t>
            </a:r>
            <a:r>
              <a:rPr lang="en-US" altLang="ko-KR" dirty="0"/>
              <a:t>: Event-driven scan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30AC0-3738-48AF-FE08-897EA7060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가변 크기의 </a:t>
            </a:r>
            <a:r>
              <a:rPr lang="en-US" altLang="ko-KR" dirty="0"/>
              <a:t>cs </a:t>
            </a:r>
            <a:r>
              <a:rPr lang="ko-KR" altLang="en-US" dirty="0"/>
              <a:t>운용 </a:t>
            </a:r>
            <a:r>
              <a:rPr lang="en-US" altLang="ko-KR" dirty="0"/>
              <a:t>(</a:t>
            </a:r>
            <a:r>
              <a:rPr lang="ko-KR" altLang="en-US" dirty="0"/>
              <a:t>변경된 내용만 </a:t>
            </a:r>
            <a:r>
              <a:rPr lang="en-US" altLang="ko-KR" dirty="0"/>
              <a:t>cs </a:t>
            </a:r>
            <a:r>
              <a:rPr lang="ko-KR" altLang="en-US" dirty="0"/>
              <a:t>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Scan loop </a:t>
            </a:r>
            <a:r>
              <a:rPr lang="ko-KR" altLang="en-US" dirty="0"/>
              <a:t>내부에서 발생하는 </a:t>
            </a:r>
            <a:r>
              <a:rPr lang="en-US" altLang="ko-KR" dirty="0"/>
              <a:t>cs </a:t>
            </a:r>
            <a:r>
              <a:rPr lang="ko-KR" altLang="en-US" dirty="0"/>
              <a:t>과 외부에서 발생하는 </a:t>
            </a:r>
            <a:r>
              <a:rPr lang="en-US" altLang="ko-KR" dirty="0"/>
              <a:t>cs </a:t>
            </a:r>
            <a:r>
              <a:rPr lang="ko-KR" altLang="en-US" dirty="0"/>
              <a:t>을 병합 </a:t>
            </a:r>
            <a:r>
              <a:rPr lang="en-US" altLang="ko-KR" dirty="0"/>
              <a:t>(</a:t>
            </a:r>
            <a:r>
              <a:rPr lang="ko-KR" altLang="en-US" dirty="0"/>
              <a:t>중복 시</a:t>
            </a:r>
            <a:r>
              <a:rPr lang="en-US" altLang="ko-KR" dirty="0"/>
              <a:t>, </a:t>
            </a:r>
            <a:r>
              <a:rPr lang="ko-KR" altLang="en-US" dirty="0"/>
              <a:t>외부 발생 </a:t>
            </a:r>
            <a:r>
              <a:rPr lang="en-US" altLang="ko-KR" dirty="0"/>
              <a:t>cs </a:t>
            </a:r>
            <a:r>
              <a:rPr lang="ko-KR" altLang="en-US" dirty="0"/>
              <a:t>이 </a:t>
            </a:r>
            <a:r>
              <a:rPr lang="en-US" altLang="ko-KR" dirty="0"/>
              <a:t>override)</a:t>
            </a:r>
          </a:p>
          <a:p>
            <a:r>
              <a:rPr lang="en-US" altLang="ko-KR" dirty="0"/>
              <a:t>Scan </a:t>
            </a:r>
            <a:r>
              <a:rPr lang="ko-KR" altLang="en-US" dirty="0"/>
              <a:t>주기마다 병합된 </a:t>
            </a:r>
            <a:r>
              <a:rPr lang="en-US" altLang="ko-KR" dirty="0"/>
              <a:t>cs </a:t>
            </a:r>
            <a:r>
              <a:rPr lang="ko-KR" altLang="en-US" dirty="0"/>
              <a:t>을 변수에 적용 후</a:t>
            </a:r>
            <a:r>
              <a:rPr lang="en-US" altLang="ko-KR" dirty="0"/>
              <a:t>, cs </a:t>
            </a:r>
            <a:r>
              <a:rPr lang="ko-KR" altLang="en-US" dirty="0"/>
              <a:t>의 해당 변수와 종속성을 갖는 수식 재평가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새로운 내부 </a:t>
            </a:r>
            <a:r>
              <a:rPr lang="en-US" altLang="ko-KR" dirty="0">
                <a:sym typeface="Wingdings" panose="05000000000000000000" pitchFamily="2" charset="2"/>
              </a:rPr>
              <a:t>cs </a:t>
            </a:r>
            <a:r>
              <a:rPr lang="ko-KR" altLang="en-US" dirty="0">
                <a:sym typeface="Wingdings" panose="05000000000000000000" pitchFamily="2" charset="2"/>
              </a:rPr>
              <a:t>에 추가</a:t>
            </a:r>
            <a:endParaRPr lang="en-US" altLang="ko-KR" dirty="0"/>
          </a:p>
          <a:p>
            <a:r>
              <a:rPr lang="ko-KR" altLang="en-US" dirty="0"/>
              <a:t>새로운 외부 </a:t>
            </a:r>
            <a:r>
              <a:rPr lang="en-US" altLang="ko-KR" dirty="0"/>
              <a:t>cs </a:t>
            </a:r>
            <a:r>
              <a:rPr lang="ko-KR" altLang="en-US" dirty="0"/>
              <a:t>와 내부 </a:t>
            </a:r>
            <a:r>
              <a:rPr lang="en-US" altLang="ko-KR" dirty="0"/>
              <a:t>cs </a:t>
            </a:r>
            <a:r>
              <a:rPr lang="ko-KR" altLang="en-US" dirty="0"/>
              <a:t>병합하고 다음 </a:t>
            </a:r>
            <a:r>
              <a:rPr lang="en-US" altLang="ko-KR" dirty="0"/>
              <a:t>scan loop </a:t>
            </a:r>
            <a:r>
              <a:rPr lang="ko-KR" altLang="en-US" dirty="0"/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2910338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144</Words>
  <Application>Microsoft Office PowerPoint</Application>
  <PresentationFormat>와이드스크린</PresentationFormat>
  <Paragraphs>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Event-driven Scan</vt:lpstr>
      <vt:lpstr>PLC scan 방식</vt:lpstr>
      <vt:lpstr>Event-driven 재평가</vt:lpstr>
      <vt:lpstr>신규 제안 방식: Event-driven scan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kwak dual</dc:creator>
  <cp:lastModifiedBy>kwak dual</cp:lastModifiedBy>
  <cp:revision>4</cp:revision>
  <dcterms:created xsi:type="dcterms:W3CDTF">2025-02-17T19:09:40Z</dcterms:created>
  <dcterms:modified xsi:type="dcterms:W3CDTF">2025-02-17T19:18:34Z</dcterms:modified>
</cp:coreProperties>
</file>