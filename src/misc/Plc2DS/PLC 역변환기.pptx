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5" r:id="rId10"/>
    <p:sldId id="268" r:id="rId11"/>
    <p:sldId id="263" r:id="rId12"/>
    <p:sldId id="266" r:id="rId13"/>
    <p:sldId id="267" r:id="rId14"/>
  </p:sldIdLst>
  <p:sldSz cx="12192000" cy="6858000"/>
  <p:notesSz cx="6858000" cy="9144000"/>
  <p:custDataLst>
    <p:tags r:id="rId16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86517" autoAdjust="0"/>
  </p:normalViewPr>
  <p:slideViewPr>
    <p:cSldViewPr snapToGrid="0">
      <p:cViewPr varScale="1">
        <p:scale>
          <a:sx n="139" d="100"/>
          <a:sy n="139" d="100"/>
        </p:scale>
        <p:origin x="592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DBD9A-FFCF-4006-AB9B-B83439A4500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7733E-66BF-402F-AA13-4469DBD83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03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try to find yours </a:t>
            </a:r>
            <a:r>
              <a:rPr lang="en-US" altLang="ko-KR" dirty="0" err="1"/>
              <a:t>informations</a:t>
            </a:r>
            <a:r>
              <a:rPr lang="en-US" altLang="ko-KR" dirty="0"/>
              <a:t> in the manual "STEP 7 - Statement List for S7-300 and S7-400"</a:t>
            </a:r>
            <a:br>
              <a:rPr lang="en-US" altLang="ko-KR" dirty="0"/>
            </a:br>
            <a:r>
              <a:rPr lang="en-US" altLang="ko-KR" dirty="0"/>
              <a:t>it is in start-&gt;</a:t>
            </a:r>
            <a:r>
              <a:rPr lang="en-US" altLang="ko-KR" dirty="0" err="1"/>
              <a:t>simatic</a:t>
            </a:r>
            <a:r>
              <a:rPr lang="en-US" altLang="ko-KR" dirty="0"/>
              <a:t>-&gt; documentation-&gt; </a:t>
            </a:r>
            <a:r>
              <a:rPr lang="en-US" altLang="ko-KR" dirty="0" err="1"/>
              <a:t>english</a:t>
            </a:r>
            <a:r>
              <a:rPr lang="en-US" altLang="ko-KR" dirty="0"/>
              <a:t> (language)-&gt;...</a:t>
            </a:r>
          </a:p>
          <a:p>
            <a:br>
              <a:rPr lang="en-US" altLang="ko-KR" dirty="0"/>
            </a:br>
            <a:r>
              <a:rPr lang="en-US" altLang="ko-KR" dirty="0"/>
              <a:t>https://cache.industry.siemens.com/dl/files/446/45523446/att_79269/v1/s7awl__b.pdf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67733E-66BF-402F-AA13-4469DBD83F5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25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608E7-BB7A-1F90-4348-E51FA5FB7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B398D8-C8B9-9D2F-CD5D-5C6692F65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A08326-BD61-9976-43AD-60CC1384A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3065FC-BE15-1F00-526B-C06C1B7C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AEE038-E64E-F52C-A87E-DA08E284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85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9FB57-BF05-335A-3421-2C4A07A9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89FFC-7B1D-AA24-9609-1E4E522FF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FB09B-1270-9BD5-80D3-EE37CB8D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41D16B-E9D5-1E4C-254B-104A482B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C7427-3D5C-B084-12D3-453BD68A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05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AD8F2-D1C9-7A1B-AD2C-29E2D6E3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C3023B-8BCE-14B3-8AFF-60846913D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52DE0-A383-BAA5-DC77-86614B66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AAEDE4-764B-9D5A-33B8-9922CE71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682AD-CC1F-8E51-9918-FB8F7F72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389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24DB51-03DA-2C74-23E8-E9D2E340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18359-D847-810C-12D5-EE338BB41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1A2867-46BB-1B81-CA3B-40E4BD519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D918B1-C78C-E7E8-E296-4628379D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2FA78E-2957-0DFC-C29C-27FF2BE9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C1A33-C180-51AB-8994-A0EFFF4C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31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9C404-F98C-3A15-A1C2-92A1050EE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CA5AEB-4C70-22B7-DC5E-930D2E09D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A0CEAE-FF06-A8F0-3686-DA483C8C5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C06B3D-BC13-4CFF-0489-AB58F2D72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EECD2A-0A4F-9800-635A-11425C1DE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20EE84-CBEC-8EE6-8778-10725C04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C5C95F-0ACF-B522-90C0-76B90518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9DC598-15EB-D254-DD1F-2A686D79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66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17617-1C5F-2648-3EDD-B02FBA714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8C547C-8C21-78B4-8F2D-ACB5B359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9393A7-99A6-5F71-F6C7-D195ABDD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2AA6D5-25A3-C76B-A2CE-42ED37C5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7C506A-4249-1035-7E0B-B1EF17D1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89EC97-265E-31D3-F6FB-07F1C48F3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1FFD0D-BC10-7E62-87C7-55A7C16E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5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3121F-FC8E-E999-CAE2-EB563CA2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709784-4381-3C7B-B59F-3441B2C8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6D8AA1-B7ED-A101-779C-6DB595A4C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C2CA25-0DEA-4DC8-863B-8D6C09C52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519B1-E9D9-7BCC-9DC6-C004C4E6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415CED-0AA8-B9C0-A73C-8BFBE4F6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65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88783-ECAA-447C-21EB-5F9424FB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4F99B7-B5AF-E163-C0C8-0EB89B399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BD9CDA-D23F-5DE4-CD35-EDEDD9EE4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92195D-D2D5-41C3-349F-9FE52DD1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B23044-15BA-AD6C-988B-4ADF2FB03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8767F2-33DF-2A7E-E1A9-FCBCC713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30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DF6BF-D559-11F7-BBAF-CF8E429C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D667E4-0B7F-FCDB-B419-E477E44B6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5ED75-27DB-88C1-4C8E-09F53677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B00F1-FDA1-D8A3-D36F-4CB8ACB7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189CA-056A-9B40-9823-C25BE36A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6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D282BD-04FB-8D60-4EAF-A00ADF10B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502848-C424-D3DB-2F2C-E05FB7FFD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644845-1006-231A-D2EA-C56ABA08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2A508F-9613-4325-33D9-5EAF788D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9C4102-7258-40D7-3DFB-366DD9805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272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83EE76-584B-8EAC-6F89-D5C7A654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15D296-105D-7D18-064A-13157F0D0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5C97D4-3DCC-9A3A-5CB0-D7D2BBAD2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D26D3-0D8E-466C-B3BE-A9FC033A80D5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26F891-2282-8FED-F131-3F0F3DDE5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1FB064-A24A-FFCF-A45B-2DD7A454B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AB222-473E-4310-88FB-9465A10D1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7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l.weintek.com/public/PLC_Connect_Guide/Siemens_S7_300_ET200S_Ethernet.pdf" TargetMode="External"/><Relationship Id="rId2" Type="http://schemas.openxmlformats.org/officeDocument/2006/relationships/hyperlink" Target="https://github.com/tallakt/awltoo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CB3ED-6537-EFD5-1A10-1ED93DE08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PLC </a:t>
            </a:r>
            <a:r>
              <a:rPr lang="ko-KR" altLang="en-US" dirty="0"/>
              <a:t>역변환기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2A28CE-1C7B-A463-D0CA-A1AF927FE8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Dualsoft.com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0258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3A755EE0-FEF5-B1DB-88EC-D3883299B3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645571" y="4720859"/>
            <a:ext cx="2219324" cy="132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DEV1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E210A3-881A-2135-AEE0-FD346AF02B8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048626" y="4935857"/>
            <a:ext cx="2219324" cy="132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DEV1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39227B4-4E3D-4591-EB6E-64A6688B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6A69D1-17BA-90E7-82C5-003F8CF772A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95325" y="2190750"/>
            <a:ext cx="1009650" cy="1447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LS </a:t>
            </a:r>
          </a:p>
          <a:p>
            <a:pPr algn="ctr"/>
            <a:r>
              <a:rPr lang="en-US" altLang="ko-KR" dirty="0"/>
              <a:t>AB</a:t>
            </a:r>
          </a:p>
          <a:p>
            <a:pPr algn="ctr"/>
            <a:r>
              <a:rPr lang="en-US" altLang="ko-KR" dirty="0"/>
              <a:t>MX</a:t>
            </a:r>
          </a:p>
          <a:p>
            <a:pPr algn="ctr"/>
            <a:r>
              <a:rPr lang="en-US" altLang="ko-KR" dirty="0"/>
              <a:t>S7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B64A7D-F9E6-26C3-F801-8EE13EE16CB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37120" y="2190750"/>
            <a:ext cx="1247774" cy="1447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File Importer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801AF8E-BB95-E255-40A6-950EE33904A8}"/>
              </a:ext>
            </a:extLst>
          </p:cNvPr>
          <p:cNvCxnSpPr>
            <a:cxnSpLocks/>
          </p:cNvCxnSpPr>
          <p:nvPr/>
        </p:nvCxnSpPr>
        <p:spPr>
          <a:xfrm>
            <a:off x="2038350" y="2647950"/>
            <a:ext cx="971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BBAFB9-ECA2-1E64-8282-B0A4FA0083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09751" y="2824848"/>
            <a:ext cx="1627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심볼리스트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로직 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DD81C5-7647-924D-5CCC-36F80A23C50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581775" y="2190750"/>
            <a:ext cx="1247774" cy="1447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DS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en-US" altLang="ko-KR" dirty="0"/>
              <a:t>Converter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BFF8D56-4695-C262-C608-01146E9615FC}"/>
              </a:ext>
            </a:extLst>
          </p:cNvPr>
          <p:cNvCxnSpPr>
            <a:cxnSpLocks/>
          </p:cNvCxnSpPr>
          <p:nvPr/>
        </p:nvCxnSpPr>
        <p:spPr>
          <a:xfrm>
            <a:off x="5133976" y="2667000"/>
            <a:ext cx="971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2A5741-DA0A-C94E-842A-C1D2FE5FA8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905377" y="2843898"/>
            <a:ext cx="21194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이름기준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주소기준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래더기준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POU</a:t>
            </a:r>
            <a:r>
              <a:rPr lang="ko-KR" altLang="en-US" dirty="0"/>
              <a:t>기준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RUNG</a:t>
            </a:r>
            <a:r>
              <a:rPr lang="ko-KR" altLang="en-US" dirty="0"/>
              <a:t> 사용기준</a:t>
            </a:r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6A16F5-00C4-C63E-00B4-6249078D0BC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40655" y="2190750"/>
            <a:ext cx="1247774" cy="1447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Json</a:t>
            </a:r>
          </a:p>
          <a:p>
            <a:pPr algn="ctr"/>
            <a:r>
              <a:rPr lang="en-US" altLang="ko-KR" dirty="0"/>
              <a:t>Exporter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FB9EA83-C01C-64BE-A803-EF67C07E6403}"/>
              </a:ext>
            </a:extLst>
          </p:cNvPr>
          <p:cNvCxnSpPr>
            <a:cxnSpLocks/>
          </p:cNvCxnSpPr>
          <p:nvPr/>
        </p:nvCxnSpPr>
        <p:spPr>
          <a:xfrm>
            <a:off x="8039101" y="2667000"/>
            <a:ext cx="9715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A823824-F161-1401-511E-9719EA0A38E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829549" y="2824848"/>
            <a:ext cx="12298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FLOW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438C56-0395-73BE-D549-4DE163FD23A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496301" y="5220922"/>
            <a:ext cx="2219324" cy="1323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DEV_N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CA13A2-42D2-5D4A-5EE9-248C20663AF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482068" y="5382847"/>
            <a:ext cx="1229824" cy="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B83305-FCF6-E3F1-F5D0-363A5CBDC8DB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500034" y="5349852"/>
            <a:ext cx="1229824" cy="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0FD4F-751C-95C1-F53F-F39019E00CE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7478862" y="5484049"/>
            <a:ext cx="1565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API1(QXX.Y1)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2F1A3F-9439-A698-BF27-1F3C3DC3DD20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802306" y="5484049"/>
            <a:ext cx="145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API1(IXX.Y1)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0B4961C-FDC5-821B-1276-AE07318BF2C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0500034" y="5862906"/>
            <a:ext cx="1229824" cy="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39BB0-FDE2-9D26-C47F-01D2BAFA4A8E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802306" y="5997103"/>
            <a:ext cx="145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API2(IXX.Y2)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599A86-763A-930A-DA86-B6407E79D46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7292976" y="4321226"/>
            <a:ext cx="3509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FLOW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A740B7-65FE-ACD7-A409-E446AAC0745B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478862" y="6065000"/>
            <a:ext cx="1229824" cy="6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265FE5-E801-CBBF-9732-8D8757C402A1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7467056" y="6180976"/>
            <a:ext cx="1565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API2(QXX.Y2)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7929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8A80D2D-CBAE-4D31-49A6-37366D2D6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MX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A9262909-7CF6-AEAB-404B-7DA90B898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254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1F9F1-5C7A-D48C-C30D-43AEC7FF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Developer</a:t>
            </a:r>
            <a:r>
              <a:rPr lang="ko-KR" altLang="en-US" dirty="0"/>
              <a:t> </a:t>
            </a:r>
            <a:r>
              <a:rPr lang="ko-KR" altLang="en-US" dirty="0" err="1"/>
              <a:t>버젼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EC385-182B-6250-46A5-93FEE0EA215A}"/>
              </a:ext>
            </a:extLst>
          </p:cNvPr>
          <p:cNvSpPr txBox="1"/>
          <p:nvPr/>
        </p:nvSpPr>
        <p:spPr>
          <a:xfrm>
            <a:off x="959492" y="1751449"/>
            <a:ext cx="11838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0,,LDI,X40,,,,,</a:t>
            </a:r>
          </a:p>
          <a:p>
            <a:r>
              <a:rPr lang="ko-KR" altLang="en-US" sz="1000" dirty="0"/>
              <a:t>1,,AND,X41,,,,,</a:t>
            </a:r>
          </a:p>
          <a:p>
            <a:r>
              <a:rPr lang="ko-KR" altLang="en-US" sz="1000" dirty="0"/>
              <a:t>2,,AND,X4F,,,,,</a:t>
            </a:r>
          </a:p>
          <a:p>
            <a:r>
              <a:rPr lang="ko-KR" altLang="en-US" sz="1000" dirty="0"/>
              <a:t>3,,FROM,H4,,,,,</a:t>
            </a:r>
          </a:p>
          <a:p>
            <a:r>
              <a:rPr lang="ko-KR" altLang="en-US" sz="1000" dirty="0"/>
              <a:t>,,,H680,,,,,</a:t>
            </a:r>
          </a:p>
          <a:p>
            <a:r>
              <a:rPr lang="ko-KR" altLang="en-US" sz="1000" dirty="0"/>
              <a:t>,,,K4L5500,,,,,</a:t>
            </a:r>
          </a:p>
          <a:p>
            <a:r>
              <a:rPr lang="ko-KR" altLang="en-US" sz="1000" dirty="0"/>
              <a:t>,,,K2,,,,,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301A6-74CB-05AB-609B-D25D71DAC036}"/>
              </a:ext>
            </a:extLst>
          </p:cNvPr>
          <p:cNvSpPr txBox="1"/>
          <p:nvPr/>
        </p:nvSpPr>
        <p:spPr>
          <a:xfrm>
            <a:off x="734037" y="1458315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#P01.csv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B515F6-BD7E-75B8-1926-0D3D5A583483}"/>
              </a:ext>
            </a:extLst>
          </p:cNvPr>
          <p:cNvSpPr txBox="1"/>
          <p:nvPr/>
        </p:nvSpPr>
        <p:spPr>
          <a:xfrm>
            <a:off x="2975296" y="1720050"/>
            <a:ext cx="27526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Device,Label,Comment</a:t>
            </a:r>
            <a:endParaRPr lang="ko-KR" altLang="en-US" sz="1000" dirty="0"/>
          </a:p>
          <a:p>
            <a:r>
              <a:rPr lang="ko-KR" altLang="en-US" sz="1000" dirty="0"/>
              <a:t>M300,,MCP GOT 공정선택#205</a:t>
            </a:r>
          </a:p>
          <a:p>
            <a:r>
              <a:rPr lang="ko-KR" altLang="en-US" sz="1000" dirty="0"/>
              <a:t>M301,,MCP GOT 공정선택#206</a:t>
            </a:r>
          </a:p>
          <a:p>
            <a:r>
              <a:rPr lang="ko-KR" altLang="en-US" sz="1000" dirty="0"/>
              <a:t>M304,,MCP GOT #205    </a:t>
            </a:r>
            <a:r>
              <a:rPr lang="ko-KR" altLang="en-US" sz="1000" dirty="0" err="1"/>
              <a:t>작업완료RST</a:t>
            </a:r>
            <a:endParaRPr lang="ko-KR" altLang="en-US" sz="1000" dirty="0"/>
          </a:p>
          <a:p>
            <a:r>
              <a:rPr lang="ko-KR" altLang="en-US" sz="1000" dirty="0"/>
              <a:t>M305,,MCP GOT #205    </a:t>
            </a:r>
            <a:r>
              <a:rPr lang="ko-KR" altLang="en-US" sz="1000" dirty="0" err="1"/>
              <a:t>작업완료SET</a:t>
            </a:r>
            <a:endParaRPr lang="ko-KR" altLang="en-US" sz="1000" dirty="0"/>
          </a:p>
          <a:p>
            <a:r>
              <a:rPr lang="ko-KR" altLang="en-US" sz="1000" dirty="0"/>
              <a:t>M306,,MCP GOT #206    </a:t>
            </a:r>
            <a:r>
              <a:rPr lang="ko-KR" altLang="en-US" sz="1000" dirty="0" err="1"/>
              <a:t>작업완료RST</a:t>
            </a:r>
            <a:endParaRPr lang="ko-KR" altLang="en-US" sz="1000" dirty="0"/>
          </a:p>
          <a:p>
            <a:r>
              <a:rPr lang="ko-KR" altLang="en-US" sz="1000" dirty="0"/>
              <a:t>M307,,MCP GOT #206    </a:t>
            </a:r>
            <a:r>
              <a:rPr lang="ko-KR" altLang="en-US" sz="1000" dirty="0" err="1"/>
              <a:t>작업완료SET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E4930-4041-2265-CD2F-446EB96A0D33}"/>
              </a:ext>
            </a:extLst>
          </p:cNvPr>
          <p:cNvSpPr txBox="1"/>
          <p:nvPr/>
        </p:nvSpPr>
        <p:spPr>
          <a:xfrm>
            <a:off x="2975296" y="1401379"/>
            <a:ext cx="1696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COMMENT.csv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C7075A-FCD8-B9FA-49C7-D153242A12F6}"/>
              </a:ext>
            </a:extLst>
          </p:cNvPr>
          <p:cNvSpPr txBox="1"/>
          <p:nvPr/>
        </p:nvSpPr>
        <p:spPr>
          <a:xfrm>
            <a:off x="6269373" y="1386830"/>
            <a:ext cx="2374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Developer.csv(</a:t>
            </a:r>
            <a:r>
              <a:rPr lang="en-US" altLang="ko-KR" dirty="0" err="1">
                <a:solidFill>
                  <a:srgbClr val="00B0F0"/>
                </a:solidFill>
              </a:rPr>
              <a:t>EucKR</a:t>
            </a:r>
            <a:r>
              <a:rPr lang="en-US" altLang="ko-KR" dirty="0">
                <a:solidFill>
                  <a:srgbClr val="00B0F0"/>
                </a:solidFill>
              </a:rPr>
              <a:t>)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4A9A2-8D55-E92F-58BD-4D9E6EF4573A}"/>
              </a:ext>
            </a:extLst>
          </p:cNvPr>
          <p:cNvSpPr txBox="1"/>
          <p:nvPr/>
        </p:nvSpPr>
        <p:spPr>
          <a:xfrm>
            <a:off x="6269373" y="1715649"/>
            <a:ext cx="29597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Device,Label,Comment</a:t>
            </a:r>
            <a:endParaRPr lang="ko-KR" altLang="en-US" sz="1000" dirty="0"/>
          </a:p>
          <a:p>
            <a:r>
              <a:rPr lang="ko-KR" altLang="en-US" sz="1000" dirty="0"/>
              <a:t>M300,,MCP GOT </a:t>
            </a:r>
            <a:r>
              <a:rPr lang="ko-KR" altLang="en-US" sz="1000" dirty="0" err="1"/>
              <a:t>공정선택#DN</a:t>
            </a:r>
            <a:r>
              <a:rPr lang="ko-KR" altLang="en-US" sz="1000" dirty="0"/>
              <a:t> </a:t>
            </a:r>
            <a:r>
              <a:rPr lang="ko-KR" altLang="en-US" sz="1000" dirty="0" err="1"/>
              <a:t>D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</a:t>
            </a:r>
            <a:endParaRPr lang="ko-KR" altLang="en-US" sz="1000" dirty="0"/>
          </a:p>
          <a:p>
            <a:r>
              <a:rPr lang="ko-KR" altLang="en-US" sz="1000" dirty="0"/>
              <a:t>M301,,MCP GOT </a:t>
            </a:r>
            <a:r>
              <a:rPr lang="ko-KR" altLang="en-US" sz="1000" dirty="0" err="1"/>
              <a:t>공정선택#TRV</a:t>
            </a:r>
            <a:r>
              <a:rPr lang="ko-KR" altLang="en-US" sz="1000" dirty="0"/>
              <a:t> OUT</a:t>
            </a:r>
          </a:p>
          <a:p>
            <a:r>
              <a:rPr lang="ko-KR" altLang="en-US" sz="1000" dirty="0"/>
              <a:t>M330,,MCP GOT DN </a:t>
            </a:r>
            <a:r>
              <a:rPr lang="ko-KR" altLang="en-US" sz="1000" dirty="0" err="1"/>
              <a:t>D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</a:t>
            </a:r>
            <a:r>
              <a:rPr lang="ko-KR" altLang="en-US" sz="1000" dirty="0"/>
              <a:t>  </a:t>
            </a:r>
            <a:r>
              <a:rPr lang="ko-KR" altLang="en-US" sz="1000" dirty="0" err="1"/>
              <a:t>대차스토파</a:t>
            </a:r>
            <a:r>
              <a:rPr lang="ko-KR" altLang="en-US" sz="1000" dirty="0"/>
              <a:t> 후진</a:t>
            </a:r>
          </a:p>
          <a:p>
            <a:r>
              <a:rPr lang="ko-KR" altLang="en-US" sz="1000" dirty="0"/>
              <a:t>M331,,MCP GOT DN </a:t>
            </a:r>
            <a:r>
              <a:rPr lang="ko-KR" altLang="en-US" sz="1000" dirty="0" err="1"/>
              <a:t>D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</a:t>
            </a:r>
            <a:r>
              <a:rPr lang="ko-KR" altLang="en-US" sz="1000" dirty="0"/>
              <a:t>  </a:t>
            </a:r>
            <a:r>
              <a:rPr lang="ko-KR" altLang="en-US" sz="1000" dirty="0" err="1"/>
              <a:t>대차스토파</a:t>
            </a:r>
            <a:r>
              <a:rPr lang="ko-KR" altLang="en-US" sz="1000" dirty="0"/>
              <a:t> 전진</a:t>
            </a:r>
          </a:p>
          <a:p>
            <a:r>
              <a:rPr lang="ko-KR" altLang="en-US" sz="1000" dirty="0"/>
              <a:t>M332,,MCP GOT DN </a:t>
            </a:r>
            <a:r>
              <a:rPr lang="ko-KR" altLang="en-US" sz="1000" dirty="0" err="1"/>
              <a:t>D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</a:t>
            </a:r>
            <a:r>
              <a:rPr lang="ko-KR" altLang="en-US" sz="1000" dirty="0"/>
              <a:t>  </a:t>
            </a:r>
            <a:r>
              <a:rPr lang="ko-KR" altLang="en-US" sz="1000" dirty="0" err="1"/>
              <a:t>대차클램프</a:t>
            </a:r>
            <a:r>
              <a:rPr lang="ko-KR" altLang="en-US" sz="1000" dirty="0"/>
              <a:t> 풀림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48C74-FF5F-D279-1332-943A117B7C83}"/>
              </a:ext>
            </a:extLst>
          </p:cNvPr>
          <p:cNvSpPr txBox="1"/>
          <p:nvPr/>
        </p:nvSpPr>
        <p:spPr>
          <a:xfrm>
            <a:off x="676712" y="2910317"/>
            <a:ext cx="133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Works2.csv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F8A2DF-D35F-0E69-18D3-956F4CD04B0D}"/>
              </a:ext>
            </a:extLst>
          </p:cNvPr>
          <p:cNvSpPr txBox="1"/>
          <p:nvPr/>
        </p:nvSpPr>
        <p:spPr>
          <a:xfrm>
            <a:off x="676712" y="3432466"/>
            <a:ext cx="103807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BHMC3_BB_MCP1_121129										</a:t>
            </a:r>
          </a:p>
          <a:p>
            <a:r>
              <a:rPr lang="ko-KR" altLang="en-US" sz="800" dirty="0" err="1"/>
              <a:t>Class</a:t>
            </a:r>
            <a:r>
              <a:rPr lang="ko-KR" altLang="en-US" sz="800" dirty="0"/>
              <a:t>	</a:t>
            </a:r>
            <a:r>
              <a:rPr lang="ko-KR" altLang="en-US" sz="800" dirty="0" err="1"/>
              <a:t>Label</a:t>
            </a:r>
            <a:r>
              <a:rPr lang="ko-KR" altLang="en-US" sz="800" dirty="0"/>
              <a:t> </a:t>
            </a:r>
            <a:r>
              <a:rPr lang="ko-KR" altLang="en-US" sz="800" dirty="0" err="1"/>
              <a:t>Name</a:t>
            </a:r>
            <a:r>
              <a:rPr lang="ko-KR" altLang="en-US" sz="800" dirty="0"/>
              <a:t>	Data </a:t>
            </a:r>
            <a:r>
              <a:rPr lang="ko-KR" altLang="en-US" sz="800" dirty="0" err="1"/>
              <a:t>Type</a:t>
            </a:r>
            <a:r>
              <a:rPr lang="ko-KR" altLang="en-US" sz="800" dirty="0"/>
              <a:t>	</a:t>
            </a:r>
            <a:r>
              <a:rPr lang="ko-KR" altLang="en-US" sz="800" dirty="0" err="1"/>
              <a:t>Constant</a:t>
            </a:r>
            <a:r>
              <a:rPr lang="ko-KR" altLang="en-US" sz="800" dirty="0"/>
              <a:t>	</a:t>
            </a:r>
            <a:r>
              <a:rPr lang="ko-KR" altLang="en-US" sz="800" dirty="0" err="1"/>
              <a:t>Device</a:t>
            </a:r>
            <a:r>
              <a:rPr lang="ko-KR" altLang="en-US" sz="800" dirty="0"/>
              <a:t>	</a:t>
            </a:r>
            <a:r>
              <a:rPr lang="ko-KR" altLang="en-US" sz="800" dirty="0" err="1"/>
              <a:t>Address</a:t>
            </a:r>
            <a:r>
              <a:rPr lang="ko-KR" altLang="en-US" sz="800" dirty="0"/>
              <a:t>	</a:t>
            </a:r>
            <a:r>
              <a:rPr lang="ko-KR" altLang="en-US" sz="800" dirty="0" err="1"/>
              <a:t>Comment</a:t>
            </a:r>
            <a:r>
              <a:rPr lang="ko-KR" altLang="en-US" sz="800" dirty="0"/>
              <a:t>	</a:t>
            </a:r>
            <a:r>
              <a:rPr lang="ko-KR" altLang="en-US" sz="800" dirty="0" err="1"/>
              <a:t>Remark</a:t>
            </a:r>
            <a:r>
              <a:rPr lang="ko-KR" altLang="en-US" sz="800" dirty="0"/>
              <a:t>  </a:t>
            </a:r>
            <a:r>
              <a:rPr lang="en-US" altLang="ko-KR" sz="800" dirty="0"/>
              <a:t>|</a:t>
            </a:r>
            <a:r>
              <a:rPr lang="ko-KR" altLang="en-US" sz="800" dirty="0"/>
              <a:t>  </a:t>
            </a:r>
            <a:r>
              <a:rPr lang="ko-KR" altLang="en-US" sz="800" dirty="0" err="1"/>
              <a:t>Relation</a:t>
            </a:r>
            <a:r>
              <a:rPr lang="ko-KR" altLang="en-US" sz="800" dirty="0"/>
              <a:t> </a:t>
            </a:r>
            <a:r>
              <a:rPr lang="ko-KR" altLang="en-US" sz="800" dirty="0" err="1"/>
              <a:t>with</a:t>
            </a:r>
            <a:r>
              <a:rPr lang="ko-KR" altLang="en-US" sz="800" dirty="0"/>
              <a:t> System </a:t>
            </a:r>
            <a:r>
              <a:rPr lang="ko-KR" altLang="en-US" sz="800" dirty="0" err="1"/>
              <a:t>Label</a:t>
            </a:r>
            <a:r>
              <a:rPr lang="ko-KR" altLang="en-US" sz="800" dirty="0"/>
              <a:t>  </a:t>
            </a:r>
            <a:r>
              <a:rPr lang="en-US" altLang="ko-KR" sz="800" dirty="0"/>
              <a:t>|</a:t>
            </a:r>
            <a:r>
              <a:rPr lang="ko-KR" altLang="en-US" sz="800" dirty="0"/>
              <a:t>  System </a:t>
            </a:r>
            <a:r>
              <a:rPr lang="ko-KR" altLang="en-US" sz="800" dirty="0" err="1"/>
              <a:t>Label</a:t>
            </a:r>
            <a:r>
              <a:rPr lang="ko-KR" altLang="en-US" sz="800" dirty="0"/>
              <a:t> </a:t>
            </a:r>
            <a:r>
              <a:rPr lang="ko-KR" altLang="en-US" sz="800" dirty="0" err="1"/>
              <a:t>Name</a:t>
            </a:r>
            <a:r>
              <a:rPr lang="ko-KR" altLang="en-US" sz="800" dirty="0"/>
              <a:t>   </a:t>
            </a:r>
            <a:r>
              <a:rPr lang="en-US" altLang="ko-KR" sz="800" dirty="0"/>
              <a:t>|</a:t>
            </a:r>
            <a:r>
              <a:rPr lang="ko-KR" altLang="en-US" sz="800" dirty="0"/>
              <a:t>   </a:t>
            </a:r>
            <a:r>
              <a:rPr lang="ko-KR" altLang="en-US" sz="800" dirty="0" err="1"/>
              <a:t>Attribute</a:t>
            </a:r>
            <a:endParaRPr lang="ko-KR" altLang="en-US" sz="800" dirty="0"/>
          </a:p>
          <a:p>
            <a:r>
              <a:rPr lang="ko-KR" altLang="en-US" sz="800" dirty="0"/>
              <a:t>VAR_GLOBAL	S177_RBT3_Y_PROG_SELECT_16	BOOL		Y1804	%QX6148					</a:t>
            </a:r>
          </a:p>
          <a:p>
            <a:r>
              <a:rPr lang="ko-KR" altLang="en-US" sz="800" dirty="0"/>
              <a:t>VAR_GLOBAL	S177_RBT3_Y_PROG_SELECT_32	BOOL		Y1805	%QX6149					</a:t>
            </a:r>
          </a:p>
          <a:p>
            <a:r>
              <a:rPr lang="ko-KR" altLang="en-US" sz="800" dirty="0"/>
              <a:t>VAR_GLOBAL	S177_RBT3_Y_PROG_SELECT_64	BOOL		Y1806	%QX6150					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FF0900-E8CD-5B95-50A6-A1D2472CF820}"/>
              </a:ext>
            </a:extLst>
          </p:cNvPr>
          <p:cNvSpPr txBox="1"/>
          <p:nvPr/>
        </p:nvSpPr>
        <p:spPr>
          <a:xfrm>
            <a:off x="647078" y="4193781"/>
            <a:ext cx="133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Works3.csv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9DCA72-7FEA-819E-509B-BA66E1113D13}"/>
              </a:ext>
            </a:extLst>
          </p:cNvPr>
          <p:cNvSpPr txBox="1"/>
          <p:nvPr/>
        </p:nvSpPr>
        <p:spPr>
          <a:xfrm>
            <a:off x="596899" y="4565679"/>
            <a:ext cx="110828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"IOMaker_TestProject_Works3"</a:t>
            </a:r>
          </a:p>
          <a:p>
            <a:r>
              <a:rPr lang="ko-KR" altLang="en-US" sz="1000" dirty="0"/>
              <a:t>"</a:t>
            </a:r>
            <a:r>
              <a:rPr lang="ko-KR" altLang="en-US" sz="1000" dirty="0" err="1"/>
              <a:t>Class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Label</a:t>
            </a:r>
            <a:r>
              <a:rPr lang="ko-KR" altLang="en-US" sz="1000" dirty="0"/>
              <a:t> </a:t>
            </a:r>
            <a:r>
              <a:rPr lang="ko-KR" altLang="en-US" sz="1000" dirty="0" err="1"/>
              <a:t>Name</a:t>
            </a:r>
            <a:r>
              <a:rPr lang="ko-KR" altLang="en-US" sz="1000" dirty="0"/>
              <a:t>"	"Data </a:t>
            </a:r>
            <a:r>
              <a:rPr lang="ko-KR" altLang="en-US" sz="1000" dirty="0" err="1"/>
              <a:t>Type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Constant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Initial</a:t>
            </a:r>
            <a:r>
              <a:rPr lang="ko-KR" altLang="en-US" sz="1000" dirty="0"/>
              <a:t> </a:t>
            </a:r>
            <a:r>
              <a:rPr lang="ko-KR" altLang="en-US" sz="1000" dirty="0" err="1"/>
              <a:t>Value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Assign</a:t>
            </a:r>
            <a:r>
              <a:rPr lang="ko-KR" altLang="en-US" sz="1000" dirty="0"/>
              <a:t> (</a:t>
            </a:r>
            <a:r>
              <a:rPr lang="ko-KR" altLang="en-US" sz="1000" dirty="0" err="1"/>
              <a:t>Device</a:t>
            </a:r>
            <a:r>
              <a:rPr lang="ko-KR" altLang="en-US" sz="1000" dirty="0"/>
              <a:t>/</a:t>
            </a:r>
            <a:r>
              <a:rPr lang="ko-KR" altLang="en-US" sz="1000" dirty="0" err="1"/>
              <a:t>Label</a:t>
            </a:r>
            <a:r>
              <a:rPr lang="ko-KR" altLang="en-US" sz="1000" dirty="0"/>
              <a:t>)"	"</a:t>
            </a:r>
            <a:r>
              <a:rPr lang="ko-KR" altLang="en-US" sz="1000" dirty="0" err="1"/>
              <a:t>Address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Comment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Comment</a:t>
            </a:r>
            <a:r>
              <a:rPr lang="ko-KR" altLang="en-US" sz="1000" dirty="0"/>
              <a:t> 2"	"</a:t>
            </a:r>
            <a:r>
              <a:rPr lang="ko-KR" altLang="en-US" sz="1000" dirty="0" err="1"/>
              <a:t>Comment</a:t>
            </a:r>
            <a:r>
              <a:rPr lang="ko-KR" altLang="en-US" sz="1000" dirty="0"/>
              <a:t> 3"	"</a:t>
            </a:r>
            <a:r>
              <a:rPr lang="ko-KR" altLang="en-US" sz="1000" dirty="0" err="1"/>
              <a:t>Comment</a:t>
            </a:r>
            <a:r>
              <a:rPr lang="ko-KR" altLang="en-US" sz="1000" dirty="0"/>
              <a:t> 4"	"</a:t>
            </a:r>
            <a:r>
              <a:rPr lang="ko-KR" altLang="en-US" sz="1000" dirty="0" err="1"/>
              <a:t>Comment</a:t>
            </a:r>
            <a:r>
              <a:rPr lang="ko-KR" altLang="en-US" sz="1000" dirty="0"/>
              <a:t> 5"	"</a:t>
            </a:r>
            <a:r>
              <a:rPr lang="ko-KR" altLang="en-US" sz="1000" dirty="0" err="1"/>
              <a:t>Japanese</a:t>
            </a:r>
            <a:r>
              <a:rPr lang="ko-KR" altLang="en-US" sz="1000" dirty="0"/>
              <a:t>/日本語"	"</a:t>
            </a:r>
            <a:r>
              <a:rPr lang="ko-KR" altLang="en-US" sz="1000" dirty="0" err="1"/>
              <a:t>English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Chinese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Simplified</a:t>
            </a:r>
            <a:r>
              <a:rPr lang="ko-KR" altLang="en-US" sz="1000" dirty="0"/>
              <a:t>/简体中文"	"</a:t>
            </a:r>
            <a:r>
              <a:rPr lang="ko-KR" altLang="en-US" sz="1000" dirty="0" err="1"/>
              <a:t>Korean</a:t>
            </a:r>
            <a:r>
              <a:rPr lang="ko-KR" altLang="en-US" sz="1000" dirty="0"/>
              <a:t>/한국어"	"</a:t>
            </a:r>
            <a:r>
              <a:rPr lang="ko-KR" altLang="en-US" sz="1000" dirty="0" err="1"/>
              <a:t>Chinese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Traditional</a:t>
            </a:r>
            <a:r>
              <a:rPr lang="ko-KR" altLang="en-US" sz="1000" dirty="0"/>
              <a:t>/繁體中文"	"Reserved1"	"Reserved2"	"Reserved3"	"Reserved4"	"Reserved5"	"Reserved6"	"</a:t>
            </a:r>
            <a:r>
              <a:rPr lang="ko-KR" altLang="en-US" sz="1000" dirty="0" err="1"/>
              <a:t>Remark</a:t>
            </a:r>
            <a:r>
              <a:rPr lang="ko-KR" altLang="en-US" sz="1000" dirty="0"/>
              <a:t>"	"System </a:t>
            </a:r>
            <a:r>
              <a:rPr lang="ko-KR" altLang="en-US" sz="1000" dirty="0" err="1"/>
              <a:t>Label</a:t>
            </a:r>
            <a:r>
              <a:rPr lang="ko-KR" altLang="en-US" sz="1000" dirty="0"/>
              <a:t> </a:t>
            </a:r>
            <a:r>
              <a:rPr lang="ko-KR" altLang="en-US" sz="1000" dirty="0" err="1"/>
              <a:t>Relation</a:t>
            </a:r>
            <a:r>
              <a:rPr lang="ko-KR" altLang="en-US" sz="1000" dirty="0"/>
              <a:t>"	"System </a:t>
            </a:r>
            <a:r>
              <a:rPr lang="ko-KR" altLang="en-US" sz="1000" dirty="0" err="1"/>
              <a:t>Label</a:t>
            </a:r>
            <a:r>
              <a:rPr lang="ko-KR" altLang="en-US" sz="1000" dirty="0"/>
              <a:t> </a:t>
            </a:r>
            <a:r>
              <a:rPr lang="ko-KR" altLang="en-US" sz="1000" dirty="0" err="1"/>
              <a:t>Name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Attribute</a:t>
            </a:r>
            <a:r>
              <a:rPr lang="ko-KR" altLang="en-US" sz="1000" dirty="0"/>
              <a:t>"	"Access </a:t>
            </a:r>
            <a:r>
              <a:rPr lang="ko-KR" altLang="en-US" sz="1000" dirty="0" err="1"/>
              <a:t>from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External</a:t>
            </a:r>
            <a:r>
              <a:rPr lang="ko-KR" altLang="en-US" sz="1000" dirty="0"/>
              <a:t> </a:t>
            </a:r>
            <a:r>
              <a:rPr lang="ko-KR" altLang="en-US" sz="1000" dirty="0" err="1"/>
              <a:t>Device</a:t>
            </a:r>
            <a:r>
              <a:rPr lang="ko-KR" altLang="en-US" sz="1000" dirty="0"/>
              <a:t>"</a:t>
            </a:r>
          </a:p>
          <a:p>
            <a:r>
              <a:rPr lang="ko-KR" altLang="en-US" sz="1000" dirty="0"/>
              <a:t>"VAR_GLOBAL"	"RACK_STN_TOTAL_SET_SEL"	"BOOL"	""	""	"M100"	""	"</a:t>
            </a:r>
            <a:r>
              <a:rPr lang="ko-KR" altLang="en-US" sz="1000" dirty="0" err="1"/>
              <a:t>TOTAL_SET_SEL_Comment</a:t>
            </a:r>
            <a:r>
              <a:rPr lang="ko-KR" altLang="en-US" sz="1000" dirty="0"/>
              <a:t>"	""	""	""	""	""	""	""	""	""	""	""	""	""	""	""	""	""	""	""	"0"</a:t>
            </a:r>
          </a:p>
          <a:p>
            <a:r>
              <a:rPr lang="ko-KR" altLang="en-US" sz="1000" dirty="0"/>
              <a:t>"VAR_GLOBAL"	"RACK_STN_TOTAL_MOD_SEL"	"BOOL"	""	""	"M110"	""	"</a:t>
            </a:r>
            <a:r>
              <a:rPr lang="ko-KR" altLang="en-US" sz="1000" dirty="0" err="1"/>
              <a:t>TOTAL_MOD_SEL_Comment</a:t>
            </a:r>
            <a:r>
              <a:rPr lang="ko-KR" altLang="en-US" sz="1000" dirty="0"/>
              <a:t>"	""	""	""	""	""	""	""	""	""	""	""	""	""	""	""	""	""	""	""	"0"</a:t>
            </a:r>
          </a:p>
          <a:p>
            <a:r>
              <a:rPr lang="ko-KR" altLang="en-US" sz="1000" dirty="0"/>
              <a:t>"VAR_GLOBAL"	"RACK_STN_TOTAL_QTY_CLEAR"	"BOOL"	""	""	"M120"	""	"</a:t>
            </a:r>
            <a:r>
              <a:rPr lang="ko-KR" altLang="en-US" sz="1000" dirty="0" err="1"/>
              <a:t>TOTAL_QTY_CLEAR_Comment</a:t>
            </a:r>
            <a:r>
              <a:rPr lang="ko-KR" altLang="en-US" sz="1000" dirty="0"/>
              <a:t>"	""	""	""	""	""	""	""	""	""	""	""	""	""	""	""	""	""	""	""	"0"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518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1E2D0-2DEE-9990-07CD-5398F5F6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MX Work3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0AADD-F6DE-38CE-E5E4-D59903AEDCBA}"/>
              </a:ext>
            </a:extLst>
          </p:cNvPr>
          <p:cNvSpPr txBox="1"/>
          <p:nvPr/>
        </p:nvSpPr>
        <p:spPr>
          <a:xfrm>
            <a:off x="904540" y="1862070"/>
            <a:ext cx="740973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"P20_240109"</a:t>
            </a:r>
          </a:p>
          <a:p>
            <a:r>
              <a:rPr lang="ko-KR" altLang="en-US" sz="1000" dirty="0"/>
              <a:t>"PLC </a:t>
            </a:r>
            <a:r>
              <a:rPr lang="ko-KR" altLang="en-US" sz="1000" dirty="0" err="1"/>
              <a:t>Information</a:t>
            </a:r>
            <a:r>
              <a:rPr lang="ko-KR" altLang="en-US" sz="1000" dirty="0"/>
              <a:t>:"	"QCPU (</a:t>
            </a:r>
            <a:r>
              <a:rPr lang="ko-KR" altLang="en-US" sz="1000" dirty="0" err="1"/>
              <a:t>Q</a:t>
            </a:r>
            <a:r>
              <a:rPr lang="ko-KR" altLang="en-US" sz="1000" dirty="0"/>
              <a:t> </a:t>
            </a:r>
            <a:r>
              <a:rPr lang="ko-KR" altLang="en-US" sz="1000" dirty="0" err="1"/>
              <a:t>mode</a:t>
            </a:r>
            <a:r>
              <a:rPr lang="ko-KR" altLang="en-US" sz="1000" dirty="0"/>
              <a:t>) Q13UDV"</a:t>
            </a:r>
          </a:p>
          <a:p>
            <a:r>
              <a:rPr lang="ko-KR" altLang="en-US" sz="1000" dirty="0"/>
              <a:t>"</a:t>
            </a:r>
            <a:r>
              <a:rPr lang="ko-KR" altLang="en-US" sz="1000" dirty="0" err="1"/>
              <a:t>Step</a:t>
            </a:r>
            <a:r>
              <a:rPr lang="ko-KR" altLang="en-US" sz="1000" dirty="0"/>
              <a:t> </a:t>
            </a:r>
            <a:r>
              <a:rPr lang="ko-KR" altLang="en-US" sz="1000" dirty="0" err="1"/>
              <a:t>No</a:t>
            </a:r>
            <a:r>
              <a:rPr lang="ko-KR" altLang="en-US" sz="1000" dirty="0"/>
              <a:t>."	"</a:t>
            </a:r>
            <a:r>
              <a:rPr lang="ko-KR" altLang="en-US" sz="1000" dirty="0" err="1"/>
              <a:t>Line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Statement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Instruction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I</a:t>
            </a:r>
            <a:r>
              <a:rPr lang="ko-KR" altLang="en-US" sz="1000" dirty="0"/>
              <a:t>/</a:t>
            </a:r>
            <a:r>
              <a:rPr lang="ko-KR" altLang="en-US" sz="1000" dirty="0" err="1"/>
              <a:t>O</a:t>
            </a:r>
            <a:r>
              <a:rPr lang="ko-KR" altLang="en-US" sz="1000" dirty="0"/>
              <a:t>(</a:t>
            </a:r>
            <a:r>
              <a:rPr lang="ko-KR" altLang="en-US" sz="1000" dirty="0" err="1"/>
              <a:t>Device</a:t>
            </a:r>
            <a:r>
              <a:rPr lang="ko-KR" altLang="en-US" sz="1000" dirty="0"/>
              <a:t>)"	"</a:t>
            </a:r>
            <a:r>
              <a:rPr lang="ko-KR" altLang="en-US" sz="1000" dirty="0" err="1"/>
              <a:t>Blank</a:t>
            </a:r>
            <a:r>
              <a:rPr lang="ko-KR" altLang="en-US" sz="1000" dirty="0"/>
              <a:t>"	"PI </a:t>
            </a:r>
            <a:r>
              <a:rPr lang="ko-KR" altLang="en-US" sz="1000" dirty="0" err="1"/>
              <a:t>Statement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Note</a:t>
            </a:r>
            <a:r>
              <a:rPr lang="ko-KR" altLang="en-US" sz="1000" dirty="0"/>
              <a:t>"</a:t>
            </a:r>
          </a:p>
          <a:p>
            <a:r>
              <a:rPr lang="ko-KR" altLang="en-US" sz="1000" dirty="0"/>
              <a:t>"0"	""	"LD"	"L4"	""	""	""</a:t>
            </a:r>
          </a:p>
          <a:p>
            <a:r>
              <a:rPr lang="ko-KR" altLang="en-US" sz="1000" dirty="0"/>
              <a:t>"1"	""	"OUT"	"X1FA0"	""	""	""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99C8E-340B-DEEA-FE01-0B004343929F}"/>
              </a:ext>
            </a:extLst>
          </p:cNvPr>
          <p:cNvSpPr txBox="1"/>
          <p:nvPr/>
        </p:nvSpPr>
        <p:spPr>
          <a:xfrm>
            <a:off x="545479" y="1506022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000MAIN.csv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7A3A2-5112-AA9A-03F9-620C35E2935A}"/>
              </a:ext>
            </a:extLst>
          </p:cNvPr>
          <p:cNvSpPr txBox="1"/>
          <p:nvPr/>
        </p:nvSpPr>
        <p:spPr>
          <a:xfrm>
            <a:off x="545479" y="2831585"/>
            <a:ext cx="1696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COMMENT.csv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ACB370-73BF-0852-7470-31C02832D91D}"/>
              </a:ext>
            </a:extLst>
          </p:cNvPr>
          <p:cNvSpPr txBox="1"/>
          <p:nvPr/>
        </p:nvSpPr>
        <p:spPr>
          <a:xfrm>
            <a:off x="791633" y="3272705"/>
            <a:ext cx="33147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"P20_240109"</a:t>
            </a:r>
          </a:p>
          <a:p>
            <a:r>
              <a:rPr lang="ko-KR" altLang="en-US" sz="1000" dirty="0"/>
              <a:t>"</a:t>
            </a:r>
            <a:r>
              <a:rPr lang="ko-KR" altLang="en-US" sz="1000" dirty="0" err="1"/>
              <a:t>Device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Name</a:t>
            </a:r>
            <a:r>
              <a:rPr lang="ko-KR" altLang="en-US" sz="1000" dirty="0"/>
              <a:t>"	"</a:t>
            </a:r>
            <a:r>
              <a:rPr lang="ko-KR" altLang="en-US" sz="1000" dirty="0" err="1"/>
              <a:t>Comment</a:t>
            </a:r>
            <a:r>
              <a:rPr lang="ko-KR" altLang="en-US" sz="1000" dirty="0"/>
              <a:t>"</a:t>
            </a:r>
          </a:p>
          <a:p>
            <a:r>
              <a:rPr lang="ko-KR" altLang="en-US" sz="1000" dirty="0"/>
              <a:t>"X5C"	"FR:U4   </a:t>
            </a:r>
            <a:r>
              <a:rPr lang="ko-KR" altLang="en-US" sz="1000" dirty="0" err="1"/>
              <a:t>Ethernet이상신호</a:t>
            </a:r>
            <a:r>
              <a:rPr lang="ko-KR" altLang="en-US" sz="1000" dirty="0"/>
              <a:t>"</a:t>
            </a:r>
          </a:p>
          <a:p>
            <a:r>
              <a:rPr lang="ko-KR" altLang="en-US" sz="1000" dirty="0"/>
              <a:t>"X7C"	"FR:U6   </a:t>
            </a:r>
            <a:r>
              <a:rPr lang="ko-KR" altLang="en-US" sz="1000" dirty="0" err="1"/>
              <a:t>Ethernet이상신호</a:t>
            </a:r>
            <a:r>
              <a:rPr lang="ko-KR" altLang="en-US" sz="1000" dirty="0"/>
              <a:t>"</a:t>
            </a:r>
          </a:p>
          <a:p>
            <a:r>
              <a:rPr lang="ko-KR" altLang="en-US" sz="1000" dirty="0"/>
              <a:t>"X0A0"	"CC-LINK #1 </a:t>
            </a:r>
            <a:r>
              <a:rPr lang="ko-KR" altLang="en-US" sz="1000" dirty="0" err="1"/>
              <a:t>Error</a:t>
            </a:r>
            <a:r>
              <a:rPr lang="ko-KR" altLang="en-US" sz="1000" dirty="0"/>
              <a:t>"</a:t>
            </a:r>
          </a:p>
          <a:p>
            <a:r>
              <a:rPr lang="ko-KR" altLang="en-US" sz="1000" dirty="0"/>
              <a:t>"X0A1"	"CC-LINK #1 DATA LINK"</a:t>
            </a:r>
          </a:p>
          <a:p>
            <a:r>
              <a:rPr lang="ko-KR" altLang="en-US" sz="1000" dirty="0"/>
              <a:t>"X0AF"	"CC-LINK #1 </a:t>
            </a:r>
            <a:r>
              <a:rPr lang="ko-KR" altLang="en-US" sz="1000" dirty="0" err="1"/>
              <a:t>Ready</a:t>
            </a:r>
            <a:r>
              <a:rPr lang="ko-KR" altLang="en-US" sz="1000" dirty="0"/>
              <a:t>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495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B5B1-D196-2150-1C96-D1D1C5A1F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15B6D8-33E7-3EB1-B936-76F28982F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AB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DB255425-DA19-1F2D-5CC0-B71305700C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All UTF8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871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D2A99-4B22-97DB-EBB4-9D32B8A0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CONV520_532.L5K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B537C-2674-E983-273F-F6E52885B6D8}"/>
              </a:ext>
            </a:extLst>
          </p:cNvPr>
          <p:cNvSpPr txBox="1"/>
          <p:nvPr/>
        </p:nvSpPr>
        <p:spPr>
          <a:xfrm>
            <a:off x="976269" y="1787059"/>
            <a:ext cx="609669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(*********************************************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Import-Export</a:t>
            </a:r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Version</a:t>
            </a:r>
            <a:r>
              <a:rPr lang="ko-KR" altLang="en-US" sz="800" dirty="0"/>
              <a:t>   := </a:t>
            </a:r>
            <a:r>
              <a:rPr lang="ko-KR" altLang="en-US" sz="800" dirty="0" err="1"/>
              <a:t>RSLogix</a:t>
            </a:r>
            <a:r>
              <a:rPr lang="ko-KR" altLang="en-US" sz="800" dirty="0"/>
              <a:t> 5000 v30.02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Owner</a:t>
            </a:r>
            <a:r>
              <a:rPr lang="ko-KR" altLang="en-US" sz="800" dirty="0"/>
              <a:t>     := Windows 사용자, </a:t>
            </a:r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Exported</a:t>
            </a:r>
            <a:r>
              <a:rPr lang="ko-KR" altLang="en-US" sz="800" dirty="0"/>
              <a:t>  := </a:t>
            </a:r>
            <a:r>
              <a:rPr lang="ko-KR" altLang="en-US" sz="800" dirty="0" err="1"/>
              <a:t>Mon</a:t>
            </a:r>
            <a:r>
              <a:rPr lang="ko-KR" altLang="en-US" sz="800" dirty="0"/>
              <a:t> </a:t>
            </a:r>
            <a:r>
              <a:rPr lang="ko-KR" altLang="en-US" sz="800" dirty="0" err="1"/>
              <a:t>Aug</a:t>
            </a:r>
            <a:r>
              <a:rPr lang="ko-KR" altLang="en-US" sz="800" dirty="0"/>
              <a:t>  9 10:50:49 2021</a:t>
            </a:r>
          </a:p>
          <a:p>
            <a:endParaRPr lang="ko-KR" altLang="en-US" sz="800" dirty="0"/>
          </a:p>
          <a:p>
            <a:r>
              <a:rPr lang="ko-KR" altLang="en-US" sz="800" dirty="0"/>
              <a:t>  </a:t>
            </a:r>
            <a:r>
              <a:rPr lang="ko-KR" altLang="en-US" sz="800" dirty="0" err="1"/>
              <a:t>Note</a:t>
            </a:r>
            <a:r>
              <a:rPr lang="ko-KR" altLang="en-US" sz="800" dirty="0"/>
              <a:t>:  </a:t>
            </a:r>
            <a:r>
              <a:rPr lang="ko-KR" altLang="en-US" sz="800" dirty="0" err="1"/>
              <a:t>File</a:t>
            </a:r>
            <a:r>
              <a:rPr lang="ko-KR" altLang="en-US" sz="800" dirty="0"/>
              <a:t> </a:t>
            </a:r>
            <a:r>
              <a:rPr lang="ko-KR" altLang="en-US" sz="800" dirty="0" err="1"/>
              <a:t>encoded</a:t>
            </a:r>
            <a:r>
              <a:rPr lang="ko-KR" altLang="en-US" sz="800" dirty="0"/>
              <a:t> </a:t>
            </a:r>
            <a:r>
              <a:rPr lang="ko-KR" altLang="en-US" sz="800" dirty="0" err="1"/>
              <a:t>in</a:t>
            </a:r>
            <a:r>
              <a:rPr lang="ko-KR" altLang="en-US" sz="800" dirty="0"/>
              <a:t> UTF-8.  </a:t>
            </a:r>
            <a:r>
              <a:rPr lang="ko-KR" altLang="en-US" sz="800" dirty="0" err="1"/>
              <a:t>Only</a:t>
            </a:r>
            <a:r>
              <a:rPr lang="ko-KR" altLang="en-US" sz="800" dirty="0"/>
              <a:t> </a:t>
            </a:r>
            <a:r>
              <a:rPr lang="ko-KR" altLang="en-US" sz="800" dirty="0" err="1"/>
              <a:t>edit</a:t>
            </a:r>
            <a:r>
              <a:rPr lang="ko-KR" altLang="en-US" sz="800" dirty="0"/>
              <a:t> </a:t>
            </a:r>
            <a:r>
              <a:rPr lang="ko-KR" altLang="en-US" sz="800" dirty="0" err="1"/>
              <a:t>file</a:t>
            </a:r>
            <a:r>
              <a:rPr lang="ko-KR" altLang="en-US" sz="800" dirty="0"/>
              <a:t> </a:t>
            </a:r>
            <a:r>
              <a:rPr lang="ko-KR" altLang="en-US" sz="800" dirty="0" err="1"/>
              <a:t>in</a:t>
            </a:r>
            <a:r>
              <a:rPr lang="ko-KR" altLang="en-US" sz="800" dirty="0"/>
              <a:t> </a:t>
            </a:r>
            <a:r>
              <a:rPr lang="ko-KR" altLang="en-US" sz="800" dirty="0" err="1"/>
              <a:t>a</a:t>
            </a:r>
            <a:r>
              <a:rPr lang="ko-KR" altLang="en-US" sz="800" dirty="0"/>
              <a:t> </a:t>
            </a:r>
            <a:r>
              <a:rPr lang="ko-KR" altLang="en-US" sz="800" dirty="0" err="1"/>
              <a:t>program</a:t>
            </a:r>
            <a:r>
              <a:rPr lang="ko-KR" altLang="en-US" sz="800" dirty="0"/>
              <a:t> </a:t>
            </a:r>
          </a:p>
          <a:p>
            <a:r>
              <a:rPr lang="ko-KR" altLang="en-US" sz="800" dirty="0"/>
              <a:t>         </a:t>
            </a:r>
            <a:r>
              <a:rPr lang="ko-KR" altLang="en-US" sz="800" dirty="0" err="1"/>
              <a:t>which</a:t>
            </a:r>
            <a:r>
              <a:rPr lang="ko-KR" altLang="en-US" sz="800" dirty="0"/>
              <a:t> </a:t>
            </a:r>
            <a:r>
              <a:rPr lang="ko-KR" altLang="en-US" sz="800" dirty="0" err="1"/>
              <a:t>supports</a:t>
            </a:r>
            <a:r>
              <a:rPr lang="ko-KR" altLang="en-US" sz="800" dirty="0"/>
              <a:t> UTF-8 (</a:t>
            </a:r>
            <a:r>
              <a:rPr lang="ko-KR" altLang="en-US" sz="800" dirty="0" err="1"/>
              <a:t>like</a:t>
            </a:r>
            <a:r>
              <a:rPr lang="ko-KR" altLang="en-US" sz="800" dirty="0"/>
              <a:t> </a:t>
            </a:r>
            <a:r>
              <a:rPr lang="ko-KR" altLang="en-US" sz="800" dirty="0" err="1"/>
              <a:t>Notepad</a:t>
            </a:r>
            <a:r>
              <a:rPr lang="ko-KR" altLang="en-US" sz="800" dirty="0"/>
              <a:t>, </a:t>
            </a:r>
            <a:r>
              <a:rPr lang="ko-KR" altLang="en-US" sz="800" dirty="0" err="1"/>
              <a:t>not</a:t>
            </a:r>
            <a:r>
              <a:rPr lang="ko-KR" altLang="en-US" sz="800" dirty="0"/>
              <a:t> </a:t>
            </a:r>
            <a:r>
              <a:rPr lang="ko-KR" altLang="en-US" sz="800" dirty="0" err="1"/>
              <a:t>Wordpad</a:t>
            </a:r>
            <a:r>
              <a:rPr lang="ko-KR" altLang="en-US" sz="800" dirty="0"/>
              <a:t>).</a:t>
            </a:r>
          </a:p>
          <a:p>
            <a:r>
              <a:rPr lang="ko-KR" altLang="en-US" sz="800" dirty="0"/>
              <a:t>**********************************************)</a:t>
            </a:r>
          </a:p>
          <a:p>
            <a:r>
              <a:rPr lang="ko-KR" altLang="en-US" sz="800" dirty="0"/>
              <a:t>IE_VER := 2.21;</a:t>
            </a:r>
          </a:p>
          <a:p>
            <a:endParaRPr lang="ko-KR" altLang="en-US" sz="800" dirty="0"/>
          </a:p>
          <a:p>
            <a:r>
              <a:rPr lang="ko-KR" altLang="en-US" sz="800" dirty="0"/>
              <a:t>CONTROLLER _CONV520 (</a:t>
            </a:r>
            <a:r>
              <a:rPr lang="ko-KR" altLang="en-US" sz="800" dirty="0" err="1"/>
              <a:t>ProcessorType</a:t>
            </a:r>
            <a:r>
              <a:rPr lang="ko-KR" altLang="en-US" sz="800" dirty="0"/>
              <a:t> := "1756-L72",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Major</a:t>
            </a:r>
            <a:r>
              <a:rPr lang="ko-KR" altLang="en-US" sz="800" dirty="0"/>
              <a:t> := 30,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TimeSlice</a:t>
            </a:r>
            <a:r>
              <a:rPr lang="ko-KR" altLang="en-US" sz="800" dirty="0"/>
              <a:t> := 20,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ShareUnusedTimeSlice</a:t>
            </a:r>
            <a:r>
              <a:rPr lang="ko-KR" altLang="en-US" sz="800" dirty="0"/>
              <a:t> := 1,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RedundancyEnabled</a:t>
            </a:r>
            <a:r>
              <a:rPr lang="ko-KR" altLang="en-US" sz="800" dirty="0"/>
              <a:t> := 0,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KeepTestEditsOnSwitchOver</a:t>
            </a:r>
            <a:r>
              <a:rPr lang="ko-KR" altLang="en-US" sz="800" dirty="0"/>
              <a:t> := 0,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DataTablePadPercentage</a:t>
            </a:r>
            <a:r>
              <a:rPr lang="ko-KR" altLang="en-US" sz="800" dirty="0"/>
              <a:t> := 50,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SecurityCode</a:t>
            </a:r>
            <a:r>
              <a:rPr lang="ko-KR" altLang="en-US" sz="800" dirty="0"/>
              <a:t> := 0,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ChangesToDetect</a:t>
            </a:r>
            <a:r>
              <a:rPr lang="ko-KR" altLang="en-US" sz="800" dirty="0"/>
              <a:t> := 16#ffff_ffff_ffff_ffff,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SFCExecutionControl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CurrentActive</a:t>
            </a:r>
            <a:r>
              <a:rPr lang="ko-KR" altLang="en-US" sz="800" dirty="0"/>
              <a:t>",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SFCRestartPosition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MostRecent</a:t>
            </a:r>
            <a:r>
              <a:rPr lang="ko-KR" altLang="en-US" sz="800" dirty="0"/>
              <a:t>",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SFCLastScan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DontScan</a:t>
            </a:r>
            <a:r>
              <a:rPr lang="ko-KR" altLang="en-US" sz="800" dirty="0"/>
              <a:t>",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SerialNumber</a:t>
            </a:r>
            <a:r>
              <a:rPr lang="ko-KR" altLang="en-US" sz="800" dirty="0"/>
              <a:t> := 16#00cb_45b9,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MatchProjectToController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No</a:t>
            </a:r>
            <a:r>
              <a:rPr lang="ko-KR" altLang="en-US" sz="800" dirty="0"/>
              <a:t>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CanUseRPIFromProducer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No</a:t>
            </a:r>
            <a:r>
              <a:rPr lang="ko-KR" altLang="en-US" sz="800" dirty="0"/>
              <a:t>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InhibitAutomaticFirmwareUpdate</a:t>
            </a:r>
            <a:r>
              <a:rPr lang="ko-KR" altLang="en-US" sz="800" dirty="0"/>
              <a:t> := 0,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PassThroughConfiguration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EnabledWithAppend</a:t>
            </a:r>
            <a:r>
              <a:rPr lang="ko-KR" altLang="en-US" sz="800" dirty="0"/>
              <a:t>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DownloadProjectDocumentationAndExtendedProperties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Yes</a:t>
            </a:r>
            <a:r>
              <a:rPr lang="ko-KR" altLang="en-US" sz="800" dirty="0"/>
              <a:t>,</a:t>
            </a:r>
          </a:p>
          <a:p>
            <a:r>
              <a:rPr lang="ko-KR" altLang="en-US" sz="800" dirty="0"/>
              <a:t>                     </a:t>
            </a:r>
            <a:r>
              <a:rPr lang="ko-KR" altLang="en-US" sz="800" dirty="0" err="1"/>
              <a:t>ReportMinorOverflow</a:t>
            </a:r>
            <a:r>
              <a:rPr lang="ko-KR" altLang="en-US" sz="800" dirty="0"/>
              <a:t> := 0)</a:t>
            </a:r>
          </a:p>
          <a:p>
            <a:r>
              <a:rPr lang="ko-KR" altLang="en-US" sz="800" dirty="0"/>
              <a:t>	DATATYPE </a:t>
            </a:r>
            <a:r>
              <a:rPr lang="ko-KR" altLang="en-US" sz="800" dirty="0" err="1"/>
              <a:t>DateTime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Date</a:t>
            </a:r>
            <a:r>
              <a:rPr lang="ko-KR" altLang="en-US" sz="800" dirty="0"/>
              <a:t>/Time </a:t>
            </a:r>
            <a:r>
              <a:rPr lang="ko-KR" altLang="en-US" sz="800" dirty="0" err="1"/>
              <a:t>or</a:t>
            </a:r>
            <a:r>
              <a:rPr lang="ko-KR" altLang="en-US" sz="800" dirty="0"/>
              <a:t> Time </a:t>
            </a:r>
            <a:r>
              <a:rPr lang="ko-KR" altLang="en-US" sz="800" dirty="0" err="1"/>
              <a:t>Interval</a:t>
            </a:r>
            <a:r>
              <a:rPr lang="ko-KR" altLang="en-US" sz="800" dirty="0"/>
              <a:t>",</a:t>
            </a:r>
          </a:p>
          <a:p>
            <a:r>
              <a:rPr lang="ko-KR" altLang="en-US" sz="800" dirty="0"/>
              <a:t>	                   </a:t>
            </a:r>
            <a:r>
              <a:rPr lang="ko-KR" altLang="en-US" sz="800" dirty="0" err="1"/>
              <a:t>FamilyType</a:t>
            </a:r>
            <a:r>
              <a:rPr lang="ko-KR" altLang="en-US" sz="800" dirty="0"/>
              <a:t> := </a:t>
            </a:r>
            <a:r>
              <a:rPr lang="ko-KR" altLang="en-US" sz="800" dirty="0" err="1"/>
              <a:t>NoFamily</a:t>
            </a:r>
            <a:r>
              <a:rPr lang="ko-KR" altLang="en-US" sz="800" dirty="0"/>
              <a:t>)</a:t>
            </a:r>
          </a:p>
          <a:p>
            <a:r>
              <a:rPr lang="ko-KR" altLang="en-US" sz="800" dirty="0"/>
              <a:t>		DINT </a:t>
            </a:r>
            <a:r>
              <a:rPr lang="ko-KR" altLang="en-US" sz="800" dirty="0" err="1"/>
              <a:t>Year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Year</a:t>
            </a:r>
            <a:r>
              <a:rPr lang="ko-KR" altLang="en-US" sz="800" dirty="0"/>
              <a:t>(</a:t>
            </a:r>
            <a:r>
              <a:rPr lang="ko-KR" altLang="en-US" sz="800" dirty="0" err="1"/>
              <a:t>s</a:t>
            </a:r>
            <a:r>
              <a:rPr lang="ko-KR" altLang="en-US" sz="800" dirty="0"/>
              <a:t>)");</a:t>
            </a:r>
          </a:p>
          <a:p>
            <a:r>
              <a:rPr lang="ko-KR" altLang="en-US" sz="800" dirty="0"/>
              <a:t>		DINT </a:t>
            </a:r>
            <a:r>
              <a:rPr lang="ko-KR" altLang="en-US" sz="800" dirty="0" err="1"/>
              <a:t>Month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Month</a:t>
            </a:r>
            <a:r>
              <a:rPr lang="ko-KR" altLang="en-US" sz="800" dirty="0"/>
              <a:t>(</a:t>
            </a:r>
            <a:r>
              <a:rPr lang="ko-KR" altLang="en-US" sz="800" dirty="0" err="1"/>
              <a:t>s</a:t>
            </a:r>
            <a:r>
              <a:rPr lang="ko-KR" altLang="en-US" sz="800" dirty="0"/>
              <a:t>)");</a:t>
            </a:r>
          </a:p>
          <a:p>
            <a:r>
              <a:rPr lang="ko-KR" altLang="en-US" sz="800" dirty="0"/>
              <a:t>		DINT </a:t>
            </a:r>
            <a:r>
              <a:rPr lang="ko-KR" altLang="en-US" sz="800" dirty="0" err="1"/>
              <a:t>Day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Day</a:t>
            </a:r>
            <a:r>
              <a:rPr lang="ko-KR" altLang="en-US" sz="800" dirty="0"/>
              <a:t>(</a:t>
            </a:r>
            <a:r>
              <a:rPr lang="ko-KR" altLang="en-US" sz="800" dirty="0" err="1"/>
              <a:t>s</a:t>
            </a:r>
            <a:r>
              <a:rPr lang="ko-KR" altLang="en-US" sz="800" dirty="0"/>
              <a:t>)");</a:t>
            </a:r>
          </a:p>
          <a:p>
            <a:r>
              <a:rPr lang="ko-KR" altLang="en-US" sz="800" dirty="0"/>
              <a:t>		DINT </a:t>
            </a:r>
            <a:r>
              <a:rPr lang="ko-KR" altLang="en-US" sz="800" dirty="0" err="1"/>
              <a:t>Hour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Hour</a:t>
            </a:r>
            <a:r>
              <a:rPr lang="ko-KR" altLang="en-US" sz="800" dirty="0"/>
              <a:t>(</a:t>
            </a:r>
            <a:r>
              <a:rPr lang="ko-KR" altLang="en-US" sz="800" dirty="0" err="1"/>
              <a:t>s</a:t>
            </a:r>
            <a:r>
              <a:rPr lang="ko-KR" altLang="en-US" sz="800" dirty="0"/>
              <a:t>)");</a:t>
            </a:r>
          </a:p>
          <a:p>
            <a:r>
              <a:rPr lang="ko-KR" altLang="en-US" sz="800" dirty="0"/>
              <a:t>		DINT </a:t>
            </a:r>
            <a:r>
              <a:rPr lang="ko-KR" altLang="en-US" sz="800" dirty="0" err="1"/>
              <a:t>Minute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Minute</a:t>
            </a:r>
            <a:r>
              <a:rPr lang="ko-KR" altLang="en-US" sz="800" dirty="0"/>
              <a:t>(</a:t>
            </a:r>
            <a:r>
              <a:rPr lang="ko-KR" altLang="en-US" sz="800" dirty="0" err="1"/>
              <a:t>s</a:t>
            </a:r>
            <a:r>
              <a:rPr lang="ko-KR" altLang="en-US" sz="800" dirty="0"/>
              <a:t>)");</a:t>
            </a:r>
          </a:p>
          <a:p>
            <a:r>
              <a:rPr lang="ko-KR" altLang="en-US" sz="800" dirty="0"/>
              <a:t>		DINT </a:t>
            </a:r>
            <a:r>
              <a:rPr lang="ko-KR" altLang="en-US" sz="800" dirty="0" err="1"/>
              <a:t>Second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Second</a:t>
            </a:r>
            <a:r>
              <a:rPr lang="ko-KR" altLang="en-US" sz="800" dirty="0"/>
              <a:t>(</a:t>
            </a:r>
            <a:r>
              <a:rPr lang="ko-KR" altLang="en-US" sz="800" dirty="0" err="1"/>
              <a:t>s</a:t>
            </a:r>
            <a:r>
              <a:rPr lang="ko-KR" altLang="en-US" sz="800" dirty="0"/>
              <a:t>)");</a:t>
            </a:r>
          </a:p>
          <a:p>
            <a:r>
              <a:rPr lang="ko-KR" altLang="en-US" sz="800" dirty="0"/>
              <a:t>		DINT </a:t>
            </a:r>
            <a:r>
              <a:rPr lang="ko-KR" altLang="en-US" sz="800" dirty="0" err="1"/>
              <a:t>uSec</a:t>
            </a:r>
            <a:r>
              <a:rPr lang="ko-KR" altLang="en-US" sz="800" dirty="0"/>
              <a:t> (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:= "</a:t>
            </a:r>
            <a:r>
              <a:rPr lang="ko-KR" altLang="en-US" sz="800" dirty="0" err="1"/>
              <a:t>Microsecond</a:t>
            </a:r>
            <a:r>
              <a:rPr lang="ko-KR" altLang="en-US" sz="800" dirty="0"/>
              <a:t>(</a:t>
            </a:r>
            <a:r>
              <a:rPr lang="ko-KR" altLang="en-US" sz="800" dirty="0" err="1"/>
              <a:t>s</a:t>
            </a:r>
            <a:r>
              <a:rPr lang="ko-KR" altLang="en-US" sz="800" dirty="0"/>
              <a:t>)");</a:t>
            </a:r>
          </a:p>
          <a:p>
            <a:r>
              <a:rPr lang="ko-KR" altLang="en-US" sz="800" dirty="0"/>
              <a:t>	END_DATATYPE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5114C9-D79D-DC88-EB52-8EDB70768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696" y="1825625"/>
            <a:ext cx="559910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CONTROLLER</a:t>
            </a:r>
          </a:p>
          <a:p>
            <a:pPr lvl="1"/>
            <a:r>
              <a:rPr lang="en-US" altLang="ko-KR" dirty="0"/>
              <a:t>DATATYPE*</a:t>
            </a:r>
          </a:p>
          <a:p>
            <a:pPr lvl="1"/>
            <a:r>
              <a:rPr lang="en-US" altLang="ko-KR" dirty="0"/>
              <a:t>MODULE*</a:t>
            </a:r>
          </a:p>
          <a:p>
            <a:pPr lvl="1"/>
            <a:r>
              <a:rPr lang="en-US" altLang="ko-KR" dirty="0"/>
              <a:t>ADD_ON_INSTRUCTION_DEFINITION*</a:t>
            </a:r>
          </a:p>
          <a:p>
            <a:pPr lvl="2"/>
            <a:r>
              <a:rPr lang="en-US" altLang="ko-KR" dirty="0"/>
              <a:t>PARAMETERS</a:t>
            </a:r>
          </a:p>
          <a:p>
            <a:pPr lvl="2"/>
            <a:r>
              <a:rPr lang="en-US" altLang="ko-KR" dirty="0"/>
              <a:t>LOCAL_TAGS</a:t>
            </a:r>
          </a:p>
          <a:p>
            <a:pPr lvl="2"/>
            <a:r>
              <a:rPr lang="en-US" altLang="ko-KR" dirty="0"/>
              <a:t>ST_ROUTINE</a:t>
            </a:r>
          </a:p>
          <a:p>
            <a:pPr lvl="1"/>
            <a:r>
              <a:rPr lang="en-US" altLang="ko-KR" dirty="0"/>
              <a:t>TAG</a:t>
            </a:r>
          </a:p>
          <a:p>
            <a:pPr lvl="1"/>
            <a:r>
              <a:rPr lang="en-US" altLang="ko-KR" dirty="0"/>
              <a:t>PROGRAM*</a:t>
            </a:r>
          </a:p>
          <a:p>
            <a:pPr lvl="2"/>
            <a:r>
              <a:rPr lang="en-US" altLang="ko-KR" dirty="0"/>
              <a:t>TAG</a:t>
            </a:r>
          </a:p>
          <a:p>
            <a:pPr lvl="2"/>
            <a:r>
              <a:rPr lang="en-US" altLang="ko-KR" dirty="0"/>
              <a:t>ROUTINE*</a:t>
            </a:r>
          </a:p>
          <a:p>
            <a:pPr lvl="2"/>
            <a:r>
              <a:rPr lang="en-US" altLang="ko-KR" dirty="0"/>
              <a:t>CHILD_PROGRAMS</a:t>
            </a:r>
          </a:p>
          <a:p>
            <a:pPr lvl="1"/>
            <a:r>
              <a:rPr lang="en-US" altLang="ko-KR" dirty="0"/>
              <a:t>TASK</a:t>
            </a:r>
          </a:p>
          <a:p>
            <a:pPr lvl="1"/>
            <a:r>
              <a:rPr lang="en-US" altLang="ko-KR" dirty="0"/>
              <a:t>TREND*</a:t>
            </a:r>
          </a:p>
          <a:p>
            <a:pPr lvl="1"/>
            <a:r>
              <a:rPr lang="en-US" altLang="ko-KR" dirty="0"/>
              <a:t>CONFIG*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392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43895-32ED-3F51-CDAF-0FF013C0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1E75630-9104-F074-95C8-1AA681AC4A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Siemens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443118B9-B87B-FDA3-4D48-804EB6F7E0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*.AWL (</a:t>
            </a:r>
            <a:r>
              <a:rPr lang="en-US" altLang="ko-KR" dirty="0" err="1"/>
              <a:t>EucKR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504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F4BC7-B151-78FA-57B6-099E8C5A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*.AWL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A31B4C-85A9-B7B5-F302-759A681EB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848" y="1825625"/>
            <a:ext cx="5598952" cy="4351338"/>
          </a:xfrm>
        </p:spPr>
        <p:txBody>
          <a:bodyPr/>
          <a:lstStyle/>
          <a:p>
            <a:r>
              <a:rPr lang="en-US" altLang="ko-KR" dirty="0"/>
              <a:t>DATA_BLOCK*</a:t>
            </a:r>
          </a:p>
          <a:p>
            <a:pPr lvl="1"/>
            <a:r>
              <a:rPr lang="en-US" altLang="ko-KR" dirty="0"/>
              <a:t>STRUCT (recursive)</a:t>
            </a:r>
          </a:p>
          <a:p>
            <a:pPr lvl="1"/>
            <a:r>
              <a:rPr lang="en-US" altLang="ko-KR" dirty="0"/>
              <a:t>BEGIN</a:t>
            </a:r>
          </a:p>
          <a:p>
            <a:r>
              <a:rPr lang="en-US" altLang="ko-KR" dirty="0"/>
              <a:t>ORGANIZATION_BLOCK*</a:t>
            </a:r>
          </a:p>
          <a:p>
            <a:pPr lvl="1"/>
            <a:r>
              <a:rPr lang="en-US" altLang="ko-KR" dirty="0"/>
              <a:t>VAR_TEMP</a:t>
            </a:r>
          </a:p>
          <a:p>
            <a:pPr lvl="1"/>
            <a:r>
              <a:rPr lang="en-US" altLang="ko-KR" dirty="0"/>
              <a:t>BEGIN</a:t>
            </a:r>
          </a:p>
          <a:p>
            <a:pPr lvl="1"/>
            <a:r>
              <a:rPr lang="en-US" altLang="ko-KR" dirty="0"/>
              <a:t>NETWORK*</a:t>
            </a:r>
          </a:p>
          <a:p>
            <a:r>
              <a:rPr lang="en-US" altLang="ko-KR" dirty="0"/>
              <a:t>END_ORGANIZATION_BLOCK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FAB11-F64F-BED8-19E0-B2073F72A9B5}"/>
              </a:ext>
            </a:extLst>
          </p:cNvPr>
          <p:cNvSpPr txBox="1"/>
          <p:nvPr/>
        </p:nvSpPr>
        <p:spPr>
          <a:xfrm>
            <a:off x="838200" y="1341795"/>
            <a:ext cx="2811011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DATA_BLOCK DB 1</a:t>
            </a:r>
          </a:p>
          <a:p>
            <a:r>
              <a:rPr lang="en-US" altLang="ko-KR" sz="1000" dirty="0"/>
              <a:t>TITLE =</a:t>
            </a:r>
          </a:p>
          <a:p>
            <a:r>
              <a:rPr lang="en-US" altLang="ko-KR" sz="1000" dirty="0"/>
              <a:t>VERSION : 0.1</a:t>
            </a:r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  STRUCT 	</a:t>
            </a:r>
          </a:p>
          <a:p>
            <a:r>
              <a:rPr lang="en-US" altLang="ko-KR" sz="1000" dirty="0"/>
              <a:t>   BUFF : STRUCT 	//Temporary</a:t>
            </a:r>
          </a:p>
          <a:p>
            <a:r>
              <a:rPr lang="en-US" altLang="ko-KR" sz="1000" dirty="0"/>
              <a:t>    CAR_TYPE : WORD ;	</a:t>
            </a:r>
          </a:p>
          <a:p>
            <a:r>
              <a:rPr lang="en-US" altLang="ko-KR" sz="1000" dirty="0"/>
              <a:t>    C_NO : WORD ;	</a:t>
            </a:r>
          </a:p>
          <a:p>
            <a:r>
              <a:rPr lang="en-US" altLang="ko-KR" sz="1000" dirty="0"/>
              <a:t>    ROBOT : WORD ;	</a:t>
            </a:r>
          </a:p>
          <a:p>
            <a:r>
              <a:rPr lang="en-US" altLang="ko-KR" sz="1000" dirty="0"/>
              <a:t>    PROFILE : WORD ;	</a:t>
            </a:r>
          </a:p>
          <a:p>
            <a:r>
              <a:rPr lang="en-US" altLang="ko-KR" sz="1000" dirty="0"/>
              <a:t>    VIN_1 : WORD ;	</a:t>
            </a:r>
          </a:p>
          <a:p>
            <a:r>
              <a:rPr lang="en-US" altLang="ko-KR" sz="1000" dirty="0"/>
              <a:t>    VIN_2 : WORD ;	</a:t>
            </a:r>
          </a:p>
          <a:p>
            <a:r>
              <a:rPr lang="en-US" altLang="ko-KR" sz="1000" dirty="0"/>
              <a:t>    VIN_3 : WORD ;	</a:t>
            </a:r>
          </a:p>
          <a:p>
            <a:r>
              <a:rPr lang="en-US" altLang="ko-KR" sz="1000" dirty="0"/>
              <a:t>    VIN_4 : WORD ;	</a:t>
            </a:r>
          </a:p>
          <a:p>
            <a:r>
              <a:rPr lang="en-US" altLang="ko-KR" sz="1000" dirty="0"/>
              <a:t>    VIN_5 : WORD ;	</a:t>
            </a:r>
          </a:p>
          <a:p>
            <a:r>
              <a:rPr lang="en-US" altLang="ko-KR" sz="1000" dirty="0"/>
              <a:t>    VIN_6 : WORD ;	</a:t>
            </a:r>
          </a:p>
          <a:p>
            <a:r>
              <a:rPr lang="en-US" altLang="ko-KR" sz="1000" dirty="0"/>
              <a:t>   END_STRUCT ;	</a:t>
            </a:r>
          </a:p>
          <a:p>
            <a:r>
              <a:rPr lang="en-US" altLang="ko-KR" sz="1000" dirty="0"/>
              <a:t>   S171 : STRUCT 	//Temporary</a:t>
            </a:r>
          </a:p>
          <a:p>
            <a:r>
              <a:rPr lang="en-US" altLang="ko-KR" sz="1000" dirty="0"/>
              <a:t>    CAR_TYPE : WORD ;	</a:t>
            </a:r>
          </a:p>
          <a:p>
            <a:r>
              <a:rPr lang="en-US" altLang="ko-KR" sz="1000" dirty="0"/>
              <a:t>    C_NO : WORD ;	</a:t>
            </a:r>
          </a:p>
          <a:p>
            <a:r>
              <a:rPr lang="en-US" altLang="ko-KR" sz="1000" dirty="0"/>
              <a:t>    ROBOT : WORD ;	</a:t>
            </a:r>
          </a:p>
          <a:p>
            <a:r>
              <a:rPr lang="en-US" altLang="ko-KR" sz="1000" dirty="0"/>
              <a:t>    PROFILE : WORD ;	</a:t>
            </a:r>
          </a:p>
          <a:p>
            <a:r>
              <a:rPr lang="en-US" altLang="ko-KR" sz="1000" dirty="0"/>
              <a:t>    VIN_1 : WORD ;	</a:t>
            </a:r>
          </a:p>
          <a:p>
            <a:r>
              <a:rPr lang="en-US" altLang="ko-KR" sz="1000" dirty="0"/>
              <a:t>    VIN_2 : WORD ;	</a:t>
            </a:r>
          </a:p>
          <a:p>
            <a:r>
              <a:rPr lang="en-US" altLang="ko-KR" sz="1000" dirty="0"/>
              <a:t>    VIN_3 : WORD ;	</a:t>
            </a:r>
          </a:p>
          <a:p>
            <a:r>
              <a:rPr lang="en-US" altLang="ko-KR" sz="1000" dirty="0"/>
              <a:t>    VIN_4 : WORD ;	</a:t>
            </a:r>
          </a:p>
          <a:p>
            <a:r>
              <a:rPr lang="en-US" altLang="ko-KR" sz="1000" dirty="0"/>
              <a:t>    VIN_5 : WORD ;	</a:t>
            </a:r>
          </a:p>
          <a:p>
            <a:r>
              <a:rPr lang="en-US" altLang="ko-KR" sz="1000" dirty="0"/>
              <a:t>    VIN_6 : WORD ;	</a:t>
            </a:r>
          </a:p>
          <a:p>
            <a:r>
              <a:rPr lang="en-US" altLang="ko-KR" sz="1000" dirty="0"/>
              <a:t>   END_STRUCT ;	</a:t>
            </a:r>
          </a:p>
          <a:p>
            <a:r>
              <a:rPr lang="en-US" altLang="ko-KR" sz="1000" dirty="0"/>
              <a:t> 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945B1-50D5-1D85-8EBA-AFA1B3B531F8}"/>
              </a:ext>
            </a:extLst>
          </p:cNvPr>
          <p:cNvSpPr txBox="1"/>
          <p:nvPr/>
        </p:nvSpPr>
        <p:spPr>
          <a:xfrm>
            <a:off x="492632" y="6311900"/>
            <a:ext cx="9456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https://cache.industry.siemens.com/dl/files/446/45523446/att_79269/v1/s7awl__b.pdf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214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A300F-C093-E30C-1276-52287B031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*.AWL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86BFC-0D62-8DFD-E7AC-2578B7EE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EucKR</a:t>
            </a:r>
            <a:endParaRPr lang="en-US" altLang="ko-KR" dirty="0"/>
          </a:p>
          <a:p>
            <a:r>
              <a:rPr lang="en-US" altLang="ko-KR" dirty="0"/>
              <a:t>Parser </a:t>
            </a:r>
            <a:r>
              <a:rPr lang="ko-KR" altLang="en-US" dirty="0"/>
              <a:t>부적합</a:t>
            </a:r>
            <a:r>
              <a:rPr lang="en-US" altLang="ko-KR" dirty="0"/>
              <a:t>.  </a:t>
            </a:r>
          </a:p>
          <a:p>
            <a:pPr lvl="1"/>
            <a:r>
              <a:rPr lang="en-US" altLang="ko-KR" dirty="0"/>
              <a:t>Raw text read &amp; parse</a:t>
            </a:r>
          </a:p>
          <a:p>
            <a:pPr lvl="1"/>
            <a:r>
              <a:rPr lang="ko-KR" altLang="en-US" dirty="0"/>
              <a:t>시작 </a:t>
            </a:r>
            <a:r>
              <a:rPr lang="en-US" altLang="ko-KR" dirty="0"/>
              <a:t>Indent, </a:t>
            </a:r>
            <a:r>
              <a:rPr lang="ko-KR" altLang="en-US" dirty="0"/>
              <a:t>종료 </a:t>
            </a:r>
            <a:r>
              <a:rPr lang="en-US" altLang="ko-KR" dirty="0"/>
              <a:t>‘;’ </a:t>
            </a:r>
            <a:r>
              <a:rPr lang="ko-KR" altLang="en-US" dirty="0"/>
              <a:t>중요</a:t>
            </a:r>
            <a:endParaRPr lang="en-US" altLang="ko-KR" dirty="0"/>
          </a:p>
          <a:p>
            <a:pPr lvl="1"/>
            <a:r>
              <a:rPr lang="en-US" altLang="ko-KR" dirty="0"/>
              <a:t>// </a:t>
            </a:r>
            <a:r>
              <a:rPr lang="ko-KR" altLang="en-US" dirty="0"/>
              <a:t>부터 라인 끝까지는 사용자 </a:t>
            </a:r>
            <a:r>
              <a:rPr lang="en-US" altLang="ko-KR" dirty="0"/>
              <a:t>comment </a:t>
            </a:r>
            <a:r>
              <a:rPr lang="ko-KR" altLang="en-US" dirty="0"/>
              <a:t>로 해석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0040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EC095-E789-F5F0-E829-B90D9A74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ORGANIZATION_BLOCK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D9FB2-1D4E-91B2-FF5E-16A99DB44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4796" y="1825625"/>
            <a:ext cx="2969004" cy="435133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6D703-327F-C43D-911E-740C1FBB07EF}"/>
              </a:ext>
            </a:extLst>
          </p:cNvPr>
          <p:cNvSpPr txBox="1"/>
          <p:nvPr/>
        </p:nvSpPr>
        <p:spPr>
          <a:xfrm>
            <a:off x="888534" y="2360814"/>
            <a:ext cx="6096698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ORGANIZATION_BLOCK OB 80</a:t>
            </a:r>
          </a:p>
          <a:p>
            <a:r>
              <a:rPr lang="ko-KR" altLang="en-US" sz="1000" dirty="0"/>
              <a:t>TITLE = "</a:t>
            </a:r>
            <a:r>
              <a:rPr lang="ko-KR" altLang="en-US" sz="1000" dirty="0" err="1"/>
              <a:t>Cycle</a:t>
            </a:r>
            <a:r>
              <a:rPr lang="ko-KR" altLang="en-US" sz="1000" dirty="0"/>
              <a:t> Time </a:t>
            </a:r>
            <a:r>
              <a:rPr lang="ko-KR" altLang="en-US" sz="1000" dirty="0" err="1"/>
              <a:t>Fault</a:t>
            </a:r>
            <a:r>
              <a:rPr lang="ko-KR" altLang="en-US" sz="1000" dirty="0"/>
              <a:t>"</a:t>
            </a:r>
          </a:p>
          <a:p>
            <a:r>
              <a:rPr lang="ko-KR" altLang="en-US" sz="1000" dirty="0"/>
              <a:t>VERSION : 0.1</a:t>
            </a:r>
          </a:p>
          <a:p>
            <a:endParaRPr lang="ko-KR" altLang="en-US" sz="1000" dirty="0"/>
          </a:p>
          <a:p>
            <a:r>
              <a:rPr lang="ko-KR" altLang="en-US" sz="1000" dirty="0"/>
              <a:t>VAR_TEMP</a:t>
            </a:r>
          </a:p>
          <a:p>
            <a:r>
              <a:rPr lang="ko-KR" altLang="en-US" sz="1000" dirty="0"/>
              <a:t>  OB80_EV_CLASS : BYTE ;	//16#35, </a:t>
            </a:r>
            <a:r>
              <a:rPr lang="ko-KR" altLang="en-US" sz="1000" dirty="0" err="1"/>
              <a:t>Event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class</a:t>
            </a:r>
            <a:r>
              <a:rPr lang="ko-KR" altLang="en-US" sz="1000" dirty="0"/>
              <a:t> 3, </a:t>
            </a:r>
            <a:r>
              <a:rPr lang="ko-KR" altLang="en-US" sz="1000" dirty="0" err="1"/>
              <a:t>Entering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event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state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Internal</a:t>
            </a:r>
            <a:r>
              <a:rPr lang="ko-KR" altLang="en-US" sz="1000" dirty="0"/>
              <a:t> </a:t>
            </a:r>
            <a:r>
              <a:rPr lang="ko-KR" altLang="en-US" sz="1000" dirty="0" err="1"/>
              <a:t>fault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event</a:t>
            </a:r>
            <a:endParaRPr lang="ko-KR" altLang="en-US" sz="1000" dirty="0"/>
          </a:p>
          <a:p>
            <a:r>
              <a:rPr lang="ko-KR" altLang="en-US" sz="1000" dirty="0"/>
              <a:t>  OB80_FLT_ID : BYTE ;	//16#XX, </a:t>
            </a:r>
            <a:r>
              <a:rPr lang="ko-KR" altLang="en-US" sz="1000" dirty="0" err="1"/>
              <a:t>Fault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identifcation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code</a:t>
            </a:r>
            <a:endParaRPr lang="ko-KR" altLang="en-US" sz="1000" dirty="0"/>
          </a:p>
          <a:p>
            <a:r>
              <a:rPr lang="ko-KR" altLang="en-US" sz="1000" dirty="0"/>
              <a:t>  OB80_PRIORITY : BYTE ;	//</a:t>
            </a:r>
            <a:r>
              <a:rPr lang="ko-KR" altLang="en-US" sz="1000" dirty="0" err="1"/>
              <a:t>Priority</a:t>
            </a:r>
            <a:r>
              <a:rPr lang="ko-KR" altLang="en-US" sz="1000" dirty="0"/>
              <a:t> of OB </a:t>
            </a:r>
            <a:r>
              <a:rPr lang="ko-KR" altLang="en-US" sz="1000" dirty="0" err="1"/>
              <a:t>Execution</a:t>
            </a:r>
            <a:endParaRPr lang="ko-KR" altLang="en-US" sz="1000" dirty="0"/>
          </a:p>
          <a:p>
            <a:r>
              <a:rPr lang="ko-KR" altLang="en-US" sz="1000" dirty="0"/>
              <a:t>  OB80_OB_NUMBR : BYTE ;	//80 (</a:t>
            </a:r>
            <a:r>
              <a:rPr lang="ko-KR" altLang="en-US" sz="1000" dirty="0" err="1"/>
              <a:t>Organization</a:t>
            </a:r>
            <a:r>
              <a:rPr lang="ko-KR" altLang="en-US" sz="1000" dirty="0"/>
              <a:t> </a:t>
            </a:r>
            <a:r>
              <a:rPr lang="ko-KR" altLang="en-US" sz="1000" dirty="0" err="1"/>
              <a:t>block</a:t>
            </a:r>
            <a:r>
              <a:rPr lang="ko-KR" altLang="en-US" sz="1000" dirty="0"/>
              <a:t> 80, OB80)</a:t>
            </a:r>
          </a:p>
          <a:p>
            <a:r>
              <a:rPr lang="ko-KR" altLang="en-US" sz="1000" dirty="0"/>
              <a:t>  OB80_RESERVED_1 : BYTE ;	//</a:t>
            </a:r>
            <a:r>
              <a:rPr lang="ko-KR" altLang="en-US" sz="1000" dirty="0" err="1"/>
              <a:t>Reserved</a:t>
            </a:r>
            <a:r>
              <a:rPr lang="ko-KR" altLang="en-US" sz="1000" dirty="0"/>
              <a:t> </a:t>
            </a:r>
            <a:r>
              <a:rPr lang="ko-KR" altLang="en-US" sz="1000" dirty="0" err="1"/>
              <a:t>for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system</a:t>
            </a:r>
            <a:endParaRPr lang="ko-KR" altLang="en-US" sz="1000" dirty="0"/>
          </a:p>
          <a:p>
            <a:r>
              <a:rPr lang="ko-KR" altLang="en-US" sz="1000" dirty="0"/>
              <a:t>  OB80_RESERVED_2 : BYTE ;	//</a:t>
            </a:r>
            <a:r>
              <a:rPr lang="ko-KR" altLang="en-US" sz="1000" dirty="0" err="1"/>
              <a:t>Reserved</a:t>
            </a:r>
            <a:r>
              <a:rPr lang="ko-KR" altLang="en-US" sz="1000" dirty="0"/>
              <a:t> </a:t>
            </a:r>
            <a:r>
              <a:rPr lang="ko-KR" altLang="en-US" sz="1000" dirty="0" err="1"/>
              <a:t>for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system</a:t>
            </a:r>
            <a:endParaRPr lang="ko-KR" altLang="en-US" sz="1000" dirty="0"/>
          </a:p>
          <a:p>
            <a:r>
              <a:rPr lang="ko-KR" altLang="en-US" sz="1000" dirty="0"/>
              <a:t>  OB80_ERROR_INFO : WORD ;	//</a:t>
            </a:r>
            <a:r>
              <a:rPr lang="ko-KR" altLang="en-US" sz="1000" dirty="0" err="1"/>
              <a:t>Error</a:t>
            </a:r>
            <a:r>
              <a:rPr lang="ko-KR" altLang="en-US" sz="1000" dirty="0"/>
              <a:t> </a:t>
            </a:r>
            <a:r>
              <a:rPr lang="ko-KR" altLang="en-US" sz="1000" dirty="0" err="1"/>
              <a:t>information</a:t>
            </a:r>
            <a:r>
              <a:rPr lang="ko-KR" altLang="en-US" sz="1000" dirty="0"/>
              <a:t> </a:t>
            </a:r>
            <a:r>
              <a:rPr lang="ko-KR" altLang="en-US" sz="1000" dirty="0" err="1"/>
              <a:t>on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event</a:t>
            </a:r>
            <a:endParaRPr lang="ko-KR" altLang="en-US" sz="1000" dirty="0"/>
          </a:p>
          <a:p>
            <a:r>
              <a:rPr lang="ko-KR" altLang="en-US" sz="1000" dirty="0"/>
              <a:t>  OB80_ERR_EV_CLASS : BYTE ;	//</a:t>
            </a:r>
            <a:r>
              <a:rPr lang="ko-KR" altLang="en-US" sz="1000" dirty="0" err="1"/>
              <a:t>Class</a:t>
            </a:r>
            <a:r>
              <a:rPr lang="ko-KR" altLang="en-US" sz="1000" dirty="0"/>
              <a:t> of </a:t>
            </a:r>
            <a:r>
              <a:rPr lang="ko-KR" altLang="en-US" sz="1000" dirty="0" err="1"/>
              <a:t>event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causing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error</a:t>
            </a:r>
            <a:endParaRPr lang="ko-KR" altLang="en-US" sz="1000" dirty="0"/>
          </a:p>
          <a:p>
            <a:r>
              <a:rPr lang="ko-KR" altLang="en-US" sz="1000" dirty="0"/>
              <a:t>  OB80_ERR_EV_NUM : BYTE ;	//</a:t>
            </a:r>
            <a:r>
              <a:rPr lang="ko-KR" altLang="en-US" sz="1000" dirty="0" err="1"/>
              <a:t>Number</a:t>
            </a:r>
            <a:r>
              <a:rPr lang="ko-KR" altLang="en-US" sz="1000" dirty="0"/>
              <a:t> of </a:t>
            </a:r>
            <a:r>
              <a:rPr lang="ko-KR" altLang="en-US" sz="1000" dirty="0" err="1"/>
              <a:t>event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causing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error</a:t>
            </a:r>
            <a:endParaRPr lang="ko-KR" altLang="en-US" sz="1000" dirty="0"/>
          </a:p>
          <a:p>
            <a:r>
              <a:rPr lang="ko-KR" altLang="en-US" sz="1000" dirty="0"/>
              <a:t>  OB80_OB_PRIORITY : BYTE ;	//</a:t>
            </a:r>
            <a:r>
              <a:rPr lang="ko-KR" altLang="en-US" sz="1000" dirty="0" err="1"/>
              <a:t>Priority</a:t>
            </a:r>
            <a:r>
              <a:rPr lang="ko-KR" altLang="en-US" sz="1000" dirty="0"/>
              <a:t> of OB </a:t>
            </a:r>
            <a:r>
              <a:rPr lang="ko-KR" altLang="en-US" sz="1000" dirty="0" err="1"/>
              <a:t>causing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error</a:t>
            </a:r>
            <a:endParaRPr lang="ko-KR" altLang="en-US" sz="1000" dirty="0"/>
          </a:p>
          <a:p>
            <a:r>
              <a:rPr lang="ko-KR" altLang="en-US" sz="1000" dirty="0"/>
              <a:t>  OB80_OB_NUM : BYTE ;	//</a:t>
            </a:r>
            <a:r>
              <a:rPr lang="ko-KR" altLang="en-US" sz="1000" dirty="0" err="1"/>
              <a:t>Number</a:t>
            </a:r>
            <a:r>
              <a:rPr lang="ko-KR" altLang="en-US" sz="1000" dirty="0"/>
              <a:t> of OB </a:t>
            </a:r>
            <a:r>
              <a:rPr lang="ko-KR" altLang="en-US" sz="1000" dirty="0" err="1"/>
              <a:t>causing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error</a:t>
            </a:r>
            <a:endParaRPr lang="ko-KR" altLang="en-US" sz="1000" dirty="0"/>
          </a:p>
          <a:p>
            <a:r>
              <a:rPr lang="ko-KR" altLang="en-US" sz="1000" dirty="0"/>
              <a:t>  OB80_DATE_TIME : DATE_AND_TIME ;	//</a:t>
            </a:r>
            <a:r>
              <a:rPr lang="ko-KR" altLang="en-US" sz="1000" dirty="0" err="1"/>
              <a:t>Date</a:t>
            </a:r>
            <a:r>
              <a:rPr lang="ko-KR" altLang="en-US" sz="1000" dirty="0"/>
              <a:t> and </a:t>
            </a:r>
            <a:r>
              <a:rPr lang="ko-KR" altLang="en-US" sz="1000" dirty="0" err="1"/>
              <a:t>time</a:t>
            </a:r>
            <a:r>
              <a:rPr lang="ko-KR" altLang="en-US" sz="1000" dirty="0"/>
              <a:t> OB80 </a:t>
            </a:r>
            <a:r>
              <a:rPr lang="ko-KR" altLang="en-US" sz="1000" dirty="0" err="1"/>
              <a:t>started</a:t>
            </a:r>
            <a:r>
              <a:rPr lang="ko-KR" altLang="en-US" sz="1000" dirty="0"/>
              <a:t>   </a:t>
            </a:r>
          </a:p>
          <a:p>
            <a:r>
              <a:rPr lang="ko-KR" altLang="en-US" sz="1000" dirty="0"/>
              <a:t>END_VAR</a:t>
            </a:r>
          </a:p>
          <a:p>
            <a:r>
              <a:rPr lang="ko-KR" altLang="en-US" sz="1000" dirty="0"/>
              <a:t>BEGIN</a:t>
            </a:r>
          </a:p>
          <a:p>
            <a:r>
              <a:rPr lang="ko-KR" altLang="en-US" sz="1000" dirty="0"/>
              <a:t>NETWORK</a:t>
            </a:r>
          </a:p>
          <a:p>
            <a:r>
              <a:rPr lang="ko-KR" altLang="en-US" sz="1000" dirty="0"/>
              <a:t>TITLE =</a:t>
            </a:r>
          </a:p>
          <a:p>
            <a:endParaRPr lang="ko-KR" altLang="en-US" sz="1000" dirty="0"/>
          </a:p>
          <a:p>
            <a:r>
              <a:rPr lang="ko-KR" altLang="en-US" sz="1000" dirty="0"/>
              <a:t>END_ORGANIZATION_BLOCK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071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077B2-B955-EF16-1EB5-C5DCCE55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*.SDF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C9B40-D6A9-EAB5-F30E-7D78FC6B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180" y="1825625"/>
            <a:ext cx="5699620" cy="4351338"/>
          </a:xfrm>
        </p:spPr>
        <p:txBody>
          <a:bodyPr/>
          <a:lstStyle/>
          <a:p>
            <a:r>
              <a:rPr lang="en-US" altLang="ko-KR" dirty="0"/>
              <a:t>“Field1”, “Filed2”, … </a:t>
            </a:r>
            <a:r>
              <a:rPr lang="ko-KR" altLang="en-US" dirty="0"/>
              <a:t>형태</a:t>
            </a:r>
          </a:p>
          <a:p>
            <a:r>
              <a:rPr lang="en-US" altLang="ko-KR" dirty="0"/>
              <a:t>‘,’ </a:t>
            </a:r>
            <a:r>
              <a:rPr lang="ko-KR" altLang="en-US" dirty="0"/>
              <a:t>구분자로 </a:t>
            </a:r>
            <a:r>
              <a:rPr lang="en-US" altLang="ko-KR" dirty="0"/>
              <a:t>text parsing </a:t>
            </a:r>
            <a:r>
              <a:rPr lang="ko-KR" altLang="en-US" dirty="0"/>
              <a:t>해도 될 듯</a:t>
            </a:r>
            <a:r>
              <a:rPr lang="en-US" altLang="ko-KR" dirty="0"/>
              <a:t>.   Column </a:t>
            </a:r>
            <a:r>
              <a:rPr lang="ko-KR" altLang="en-US" dirty="0"/>
              <a:t>에 </a:t>
            </a:r>
            <a:r>
              <a:rPr lang="en-US" altLang="ko-KR" dirty="0"/>
              <a:t>‘,’ </a:t>
            </a:r>
            <a:r>
              <a:rPr lang="ko-KR" altLang="en-US" dirty="0"/>
              <a:t>포함하는 경우의 형태 파악 필요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6D061-9980-ECA9-8FFE-A3EDCDCC4525}"/>
              </a:ext>
            </a:extLst>
          </p:cNvPr>
          <p:cNvSpPr txBox="1"/>
          <p:nvPr/>
        </p:nvSpPr>
        <p:spPr>
          <a:xfrm>
            <a:off x="656128" y="2123349"/>
            <a:ext cx="417593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"#13 T </a:t>
            </a:r>
            <a:r>
              <a:rPr lang="ko-KR" altLang="en-US" sz="1000" dirty="0" err="1"/>
              <a:t>부저정지지연</a:t>
            </a:r>
            <a:r>
              <a:rPr lang="ko-KR" altLang="en-US" sz="1000" dirty="0"/>
              <a:t>      </a:t>
            </a:r>
            <a:r>
              <a:rPr lang="en-US" altLang="ko-KR" sz="1000" dirty="0"/>
              <a:t>",  "T      99   ",  "TIMER     ",    "        "</a:t>
            </a:r>
          </a:p>
          <a:p>
            <a:r>
              <a:rPr lang="en-US" altLang="ko-KR" sz="1000" dirty="0"/>
              <a:t>"#708-1 DP1 10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</a:t>
            </a:r>
            <a:r>
              <a:rPr lang="en-US" altLang="ko-KR" sz="1000" dirty="0"/>
              <a:t>","M     981.1 ","BOOL      ","        "</a:t>
            </a:r>
          </a:p>
          <a:p>
            <a:r>
              <a:rPr lang="en-US" altLang="ko-KR" sz="1000" dirty="0"/>
              <a:t>"#708-1 DP1 11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</a:t>
            </a:r>
            <a:r>
              <a:rPr lang="en-US" altLang="ko-KR" sz="1000" dirty="0"/>
              <a:t>","M     981.2 ","BOOL      ","        "</a:t>
            </a:r>
          </a:p>
          <a:p>
            <a:r>
              <a:rPr lang="en-US" altLang="ko-KR" sz="1000" dirty="0"/>
              <a:t>"#708-1 DP1 12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</a:t>
            </a:r>
            <a:r>
              <a:rPr lang="en-US" altLang="ko-KR" sz="1000" dirty="0"/>
              <a:t>","M     981.3 ","BOOL      ","        "</a:t>
            </a:r>
          </a:p>
          <a:p>
            <a:r>
              <a:rPr lang="en-US" altLang="ko-KR" sz="1000" dirty="0"/>
              <a:t>"#708-1 DP1 13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</a:t>
            </a:r>
            <a:r>
              <a:rPr lang="en-US" altLang="ko-KR" sz="1000" dirty="0"/>
              <a:t>","M     981.4 ","BOOL      ","        "</a:t>
            </a:r>
          </a:p>
          <a:p>
            <a:r>
              <a:rPr lang="en-US" altLang="ko-KR" sz="1000" dirty="0"/>
              <a:t>"#708-1 DP1 14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</a:t>
            </a:r>
            <a:r>
              <a:rPr lang="en-US" altLang="ko-KR" sz="1000" dirty="0"/>
              <a:t>","M     981.5 ","BOOL      ","        "</a:t>
            </a:r>
          </a:p>
          <a:p>
            <a:r>
              <a:rPr lang="en-US" altLang="ko-KR" sz="1000" dirty="0"/>
              <a:t>"#708-1 DP1 15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</a:t>
            </a:r>
            <a:r>
              <a:rPr lang="en-US" altLang="ko-KR" sz="1000" dirty="0"/>
              <a:t>","M     981.6 ","BOOL      ","        "</a:t>
            </a:r>
          </a:p>
          <a:p>
            <a:r>
              <a:rPr lang="en-US" altLang="ko-KR" sz="1000" dirty="0"/>
              <a:t>"#708-1 DP1 16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</a:t>
            </a:r>
            <a:r>
              <a:rPr lang="en-US" altLang="ko-KR" sz="1000" dirty="0"/>
              <a:t>","M     981.7 ","BOOL      ","        "</a:t>
            </a:r>
          </a:p>
          <a:p>
            <a:r>
              <a:rPr lang="en-US" altLang="ko-KR" sz="1000" dirty="0"/>
              <a:t>"#708-1 DP1 1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 </a:t>
            </a:r>
            <a:r>
              <a:rPr lang="en-US" altLang="ko-KR" sz="1000" dirty="0"/>
              <a:t>","M     980.0 ","BOOL      ","        "</a:t>
            </a:r>
          </a:p>
          <a:p>
            <a:r>
              <a:rPr lang="en-US" altLang="ko-KR" sz="1000" dirty="0"/>
              <a:t>"#708-1 DP1 2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 </a:t>
            </a:r>
            <a:r>
              <a:rPr lang="en-US" altLang="ko-KR" sz="1000" dirty="0"/>
              <a:t>","M     980.1 ","BOOL      ","        "</a:t>
            </a:r>
          </a:p>
          <a:p>
            <a:r>
              <a:rPr lang="en-US" altLang="ko-KR" sz="1000" dirty="0"/>
              <a:t>"#708-1 DP1 3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 </a:t>
            </a:r>
            <a:r>
              <a:rPr lang="en-US" altLang="ko-KR" sz="1000" dirty="0"/>
              <a:t>","M     980.2 ","BOOL      ","        "</a:t>
            </a:r>
          </a:p>
          <a:p>
            <a:r>
              <a:rPr lang="en-US" altLang="ko-KR" sz="1000" dirty="0"/>
              <a:t>"#708-1 DP1 4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 </a:t>
            </a:r>
            <a:r>
              <a:rPr lang="en-US" altLang="ko-KR" sz="1000" dirty="0"/>
              <a:t>","M     980.3 ","BOOL      ","        "</a:t>
            </a:r>
          </a:p>
          <a:p>
            <a:r>
              <a:rPr lang="en-US" altLang="ko-KR" sz="1000" dirty="0"/>
              <a:t>"#708-1 DP1 5</a:t>
            </a:r>
            <a:r>
              <a:rPr lang="ko-KR" altLang="en-US" sz="1000" dirty="0" err="1"/>
              <a:t>국이상</a:t>
            </a:r>
            <a:r>
              <a:rPr lang="ko-KR" altLang="en-US" sz="1000" dirty="0"/>
              <a:t>      </a:t>
            </a:r>
            <a:r>
              <a:rPr lang="en-US" altLang="ko-KR" sz="1000" dirty="0"/>
              <a:t>","M     980.4 ","BOOL      ","        "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667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CA190-8FDF-E5EC-13DE-DFCEE31A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Resources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D6ECA9-3459-9147-D076-D89C859D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https://github.com/tallakt/awltool</a:t>
            </a:r>
            <a:endParaRPr lang="en-US" altLang="ko-KR" dirty="0"/>
          </a:p>
          <a:p>
            <a:pPr lvl="1"/>
            <a:r>
              <a:rPr lang="en-US" altLang="ko-KR" dirty="0"/>
              <a:t>Ruby </a:t>
            </a:r>
            <a:r>
              <a:rPr lang="ko-KR" altLang="en-US" dirty="0"/>
              <a:t>기반 </a:t>
            </a:r>
            <a:r>
              <a:rPr lang="en-US" altLang="ko-KR" dirty="0"/>
              <a:t>awl parser</a:t>
            </a:r>
          </a:p>
          <a:p>
            <a:r>
              <a:rPr lang="en-US" altLang="ko-KR" b="1" dirty="0"/>
              <a:t>A</a:t>
            </a:r>
            <a:r>
              <a:rPr lang="en-US" altLang="ko-KR" dirty="0"/>
              <a:t>utomation </a:t>
            </a:r>
            <a:r>
              <a:rPr lang="en-US" altLang="ko-KR" b="1" dirty="0"/>
              <a:t>W</a:t>
            </a:r>
            <a:r>
              <a:rPr lang="en-US" altLang="ko-KR" dirty="0"/>
              <a:t>orkbench</a:t>
            </a:r>
          </a:p>
          <a:p>
            <a:r>
              <a:rPr lang="en-US" altLang="ko-KR" dirty="0">
                <a:hlinkClick r:id="rId3"/>
              </a:rPr>
              <a:t>https://dl.weintek.com/public/PLC_Connect_Guide/Siemens_S7_300_ET200S_Ethernet.pdf</a:t>
            </a:r>
            <a:endParaRPr lang="en-US" altLang="ko-KR" dirty="0"/>
          </a:p>
          <a:p>
            <a:pPr lvl="1"/>
            <a:r>
              <a:rPr lang="en-US" altLang="ko-KR" dirty="0"/>
              <a:t>SIEMENS STEP 7 program allows building files of user-defined tag (</a:t>
            </a:r>
            <a:r>
              <a:rPr lang="en-US" altLang="ko-KR" b="1" dirty="0"/>
              <a:t>*.</a:t>
            </a:r>
            <a:r>
              <a:rPr lang="en-US" altLang="ko-KR" b="1" dirty="0" err="1"/>
              <a:t>dif</a:t>
            </a:r>
            <a:r>
              <a:rPr lang="en-US" altLang="ko-KR" dirty="0"/>
              <a:t> file and *.AWL file),   =&gt; </a:t>
            </a:r>
            <a:r>
              <a:rPr lang="en-US" altLang="ko-KR" b="1" dirty="0"/>
              <a:t>D</a:t>
            </a:r>
            <a:r>
              <a:rPr lang="en-US" altLang="ko-KR" dirty="0"/>
              <a:t>ata </a:t>
            </a:r>
            <a:r>
              <a:rPr lang="en-US" altLang="ko-KR" b="1" dirty="0"/>
              <a:t>I</a:t>
            </a:r>
            <a:r>
              <a:rPr lang="en-US" altLang="ko-KR" dirty="0"/>
              <a:t>nterchange </a:t>
            </a:r>
            <a:r>
              <a:rPr lang="en-US" altLang="ko-KR" b="1" dirty="0"/>
              <a:t>F</a:t>
            </a:r>
            <a:r>
              <a:rPr lang="en-US" altLang="ko-KR" dirty="0"/>
              <a:t>ormat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6381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PRESENTATION" val="{&#10;  &quot;Platform&quot;: {&#10;    &quot;Case&quot;: &quot;XGI&quot;&#10;  },&#10;  &quot;IoPlatform&quot;: {&#10;    &quot;Case&quot;: &quot;XGI&quot;&#10;  },&#10;  &quot;ApiSpecs&quot;: {&#10;    &quot;&quot;: {&#10;      &quot;InputDataType&quot;: {&#10;        &quot;Case&quot;: &quot;Bool&quot;&#10;      },&#10;      &quot;OutputDataType&quot;: {&#10;        &quot;Case&quot;: &quot;Bool&quot;&#10;      },&#10;      &quot;Addresses&quot;: [&#10;        {&#10;          &quot;Input&quot;: null,&#10;          &quot;Output&quot;: null,&#10;          &quot;InputAlias&quot;: null,&#10;          &quot;OutputAlias&quot;: null&#10;        }&#10;      ]&#10;    }&#10;  },&#10;  &quot;IsSupportExportApi&quot;: false,&#10;  &quot;TranspileInfo&quot;: null,&#10;  &quot;OptPlcHw&quot;: {&#10;    &quot;Case&quot;: &quot;Some&quot;,&#10;    &quot;Fields&quot;: [&#10;      {&#10;        &quot;PLCType&quot;: {&#10;          &quot;Case&quot;: &quot;XGI&quot;&#10;        },&#10;        &quot;Bases&quot;: [&#10;          null,&#10;          null,&#10;          null,&#10;          null,&#10;          null,&#10;          null,&#10;          null,&#10;          null&#10;        ],&#10;        &quot;StartFreeMWord&quot;: 1000,&#10;        &quot;FreeMWordSize&quot;: 1000,&#10;        &quot;IsFixedSlotAllocation&quot;: true,&#10;        &quot;NumTotalUsedSlot&quot;: 0&#10;      }&#10;    ]&#10;  },&#10;  &quot;ButtonLamps&quot;: [],&#10;  &quot;Identifiers&quot;: [],&#10;  &quot;IsUsing3D&quot;: false,&#10;  &quot;IsSaveLog&quot;: false,&#10;  &quot;ActionTimeout&quot;: 2000,&#10;  &quot;SimulationSpeedMultiplier&quot;: 1,&#10;  &quot;XgxGenerationParameters&quot;: {&#10;    &quot;ExistingLSISprj&quot;: &quot;&quot;,&#10;    &quot;StartTimer&quot;: 0,&#10;    &quot;StartCounter&quot;: 0,&#10;    &quot;StartMemory&quot;: 0,&#10;    &quot;EnableXmlComment&quot;: true,&#10;    &quot;MaxPouSplit&quot;: 0&#10;  },&#10;  &quot;UserConfirmedLoadDevices&quot;: [],&#10;  &quot;GuessedLoadDevices&quot;: []&#10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2039</Words>
  <Application>Microsoft Office PowerPoint</Application>
  <PresentationFormat>와이드스크린</PresentationFormat>
  <Paragraphs>238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 PLC 역변환기</vt:lpstr>
      <vt:lpstr>개요</vt:lpstr>
      <vt:lpstr>MX</vt:lpstr>
      <vt:lpstr>Developer 버젼</vt:lpstr>
      <vt:lpstr>MX Work3</vt:lpstr>
      <vt:lpstr>AB</vt:lpstr>
      <vt:lpstr>CONV520_532.L5K</vt:lpstr>
      <vt:lpstr>Siemens</vt:lpstr>
      <vt:lpstr>*.AWL</vt:lpstr>
      <vt:lpstr>*.AWL</vt:lpstr>
      <vt:lpstr>ORGANIZATION_BLOCK</vt:lpstr>
      <vt:lpstr>*.SDF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 승훈</dc:creator>
  <cp:lastModifiedBy>kwak dual</cp:lastModifiedBy>
  <cp:revision>23</cp:revision>
  <dcterms:created xsi:type="dcterms:W3CDTF">2025-03-04T02:41:09Z</dcterms:created>
  <dcterms:modified xsi:type="dcterms:W3CDTF">2025-03-04T23:44:51Z</dcterms:modified>
</cp:coreProperties>
</file>