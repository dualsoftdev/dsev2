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custDataLst>
    <p:tags r:id="rId4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D4F0BC-E4BF-1D10-9DD8-A0B4AF202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A7250F-568B-CD78-0770-73A0D7824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00E91C-55AC-0FD5-BAA9-9E4326983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9CBF-1596-4599-BED6-962B6509CBCC}" type="datetimeFigureOut">
              <a:rPr lang="ko-KR" altLang="en-US" smtClean="0"/>
              <a:t>25-03-24 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F1B9C7-8718-E361-2C41-565015E2A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DF41A8-5633-A539-13C4-200387C95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4806-3B03-44C8-B657-6B7D7E812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473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1379FC-2847-2AFE-BA20-77F12855C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86D2B8-7F5D-BDAC-402B-420131D0B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22641A-1EDC-465D-70F9-9C3CB1B4A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9CBF-1596-4599-BED6-962B6509CBCC}" type="datetimeFigureOut">
              <a:rPr lang="ko-KR" altLang="en-US" smtClean="0"/>
              <a:t>25-03-24 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EAED25-8747-172F-74FC-9E544EEED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FE91B2-3252-A434-1160-D0F7D752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4806-3B03-44C8-B657-6B7D7E812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277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56CF03-AAC2-4207-7BA4-F1B879A0E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6B765-4734-5C02-136F-F31DD70C0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6F7ED3-4216-45E8-4442-B3D28BCFA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9CBF-1596-4599-BED6-962B6509CBCC}" type="datetimeFigureOut">
              <a:rPr lang="ko-KR" altLang="en-US" smtClean="0"/>
              <a:t>25-03-24 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A43DDE-75FF-AC18-50EE-618CC82AB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E08EDF-6F84-CACB-B4BB-88D7A33E3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4806-3B03-44C8-B657-6B7D7E812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166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EE2F42-E644-816A-A0F9-7A0A55DEC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9EAA3D-2FF2-630F-1A55-03A234A894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362058-14A4-0831-277C-59467427F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AA13B9-B342-5521-440B-4F0674349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9CBF-1596-4599-BED6-962B6509CBCC}" type="datetimeFigureOut">
              <a:rPr lang="ko-KR" altLang="en-US" smtClean="0"/>
              <a:t>25-03-24 Mon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D7DFDF-85E7-040A-328F-6DAD6239E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C9AC62-9FC6-8B86-CF03-953EAD72F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4806-3B03-44C8-B657-6B7D7E812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757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3820BF-4B07-AD23-5D98-03A7D09DF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FD2B7F-29D8-65E3-B749-2B10B5006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ACD4D9-283B-8260-CABF-1E2B0A347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58AA61B-45E5-E456-E717-064ED2BA96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7FA4442-584F-7EEC-0533-4613B76431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E84A04B-2391-2A2F-FF43-D9681F515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9CBF-1596-4599-BED6-962B6509CBCC}" type="datetimeFigureOut">
              <a:rPr lang="ko-KR" altLang="en-US" smtClean="0"/>
              <a:t>25-03-24 Mon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58A8190-7BF4-ABA7-9D94-2797CD6BF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13183B-91F2-A60A-8016-ADF5D35B6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4806-3B03-44C8-B657-6B7D7E812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090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6C6CA-0BFA-0F9D-DA05-BA7CEC96E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D893B8-DFB5-BD56-BC40-D611234BF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9CBF-1596-4599-BED6-962B6509CBCC}" type="datetimeFigureOut">
              <a:rPr lang="ko-KR" altLang="en-US" smtClean="0"/>
              <a:t>25-03-24 Mon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88A6DE-CA76-DB81-0536-A0E82952D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E5CB04-A516-FC82-00B7-01390E591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4806-3B03-44C8-B657-6B7D7E812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474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CDAD070-FA3A-CF83-5988-C296ED336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9CBF-1596-4599-BED6-962B6509CBCC}" type="datetimeFigureOut">
              <a:rPr lang="ko-KR" altLang="en-US" smtClean="0"/>
              <a:t>25-03-24 Mon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54AE61E-A078-70A1-A0AD-068884CF8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A0B168-BE93-25E1-45BC-20DAA64A0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4806-3B03-44C8-B657-6B7D7E812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4014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B7AF8A-629A-B87D-9032-27EC88953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8AEF6E-6BE6-103F-B4EF-8BBA337F1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52F44E-DCAC-2A39-6B75-A6609D805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BEF07A-6D26-6871-4F58-530BBC181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9CBF-1596-4599-BED6-962B6509CBCC}" type="datetimeFigureOut">
              <a:rPr lang="ko-KR" altLang="en-US" smtClean="0"/>
              <a:t>25-03-24 Mon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A00DE2-8A50-9245-4C88-E9C9E9289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D8A260-A8FB-8A59-D3E4-DB2EFA09D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4806-3B03-44C8-B657-6B7D7E812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818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55D758-D0DC-BFCA-C78A-9C4430267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6317F3E-D154-A069-5BA4-A97D76F10B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9F12DD-4462-D9AF-0F14-86BBF5D5A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607454-880F-7642-9536-82AABCF08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9CBF-1596-4599-BED6-962B6509CBCC}" type="datetimeFigureOut">
              <a:rPr lang="ko-KR" altLang="en-US" smtClean="0"/>
              <a:t>25-03-24 Mon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A81FBC-434C-37BA-3097-06D27ABB0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016B08-4430-8A36-794A-C3F6065AD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4806-3B03-44C8-B657-6B7D7E812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529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81E838-819B-0E46-72C8-277C6577F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939CE83-8FEA-180B-FB5B-532BE9F09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B8BCE1-7557-9A6A-66ED-CE7E68EE4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9CBF-1596-4599-BED6-962B6509CBCC}" type="datetimeFigureOut">
              <a:rPr lang="ko-KR" altLang="en-US" smtClean="0"/>
              <a:t>25-03-24 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11E3DE-887A-5881-8889-4E50670E5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1C5335-3EE7-FBFB-528E-4B10235E9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4806-3B03-44C8-B657-6B7D7E812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919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046C382-7906-D639-588F-3A05E42410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AD414A-4134-80BE-D770-2FA16BAAAE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DC35A2-CA6C-FA6E-13C3-025CB5C2A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9CBF-1596-4599-BED6-962B6509CBCC}" type="datetimeFigureOut">
              <a:rPr lang="ko-KR" altLang="en-US" smtClean="0"/>
              <a:t>25-03-24 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68A7F6-F838-E0DE-3132-295C71F5C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ACA504-5C1B-97C5-1FD3-D1C656CA6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4806-3B03-44C8-B657-6B7D7E812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849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00BA5D-5B74-8E15-0879-78BBBCD43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7B4A31-A3FA-2714-820C-48AF946DC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DA5068-E4C2-87FB-2D91-B78C9B6DB4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09CBF-1596-4599-BED6-962B6509CBCC}" type="datetimeFigureOut">
              <a:rPr lang="ko-KR" altLang="en-US" smtClean="0"/>
              <a:t>25-03-24 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17D204-1812-68AE-7A63-32AD9AD1B8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A79F4A-91D2-2260-B86E-187641E004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294806-3B03-44C8-B657-6B7D7E812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388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5ED761-B150-E109-5A2A-63A9CAF155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15AEC2-ADB4-A9A8-4960-3B983FB260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285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3201E9-92AF-28A1-0FDA-703B18FD5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간략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E59350-BC52-8045-1CEC-4B74CA94A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3758" y="1825625"/>
            <a:ext cx="5880041" cy="4351338"/>
          </a:xfrm>
        </p:spPr>
        <p:txBody>
          <a:bodyPr/>
          <a:lstStyle/>
          <a:p>
            <a:r>
              <a:rPr lang="en-US" altLang="ko-KR" dirty="0"/>
              <a:t>Vendor : LS </a:t>
            </a:r>
            <a:r>
              <a:rPr lang="ko-KR" altLang="en-US" dirty="0"/>
              <a:t>확인</a:t>
            </a:r>
            <a:endParaRPr lang="en-US" altLang="ko-KR" dirty="0"/>
          </a:p>
          <a:p>
            <a:r>
              <a:rPr lang="en-US" altLang="ko-KR" dirty="0"/>
              <a:t>Merge </a:t>
            </a:r>
            <a:r>
              <a:rPr lang="en-US" altLang="ko-KR" dirty="0" err="1"/>
              <a:t>appSettings</a:t>
            </a:r>
            <a:r>
              <a:rPr lang="en-US" altLang="ko-KR" dirty="0"/>
              <a:t>.. </a:t>
            </a:r>
            <a:r>
              <a:rPr lang="ko-KR" altLang="en-US" dirty="0"/>
              <a:t>눌러서</a:t>
            </a:r>
            <a:endParaRPr lang="en-US" altLang="ko-KR" dirty="0"/>
          </a:p>
          <a:p>
            <a:pPr lvl="1"/>
            <a:r>
              <a:rPr lang="en-US" altLang="ko-KR" dirty="0" err="1"/>
              <a:t>Rulebases</a:t>
            </a:r>
            <a:r>
              <a:rPr lang="en-US" altLang="ko-KR" dirty="0"/>
              <a:t>\</a:t>
            </a:r>
            <a:r>
              <a:rPr lang="en-US" altLang="ko-KR" dirty="0" err="1"/>
              <a:t>KGM.json</a:t>
            </a:r>
            <a:r>
              <a:rPr lang="en-US" altLang="ko-KR" dirty="0"/>
              <a:t> </a:t>
            </a:r>
            <a:r>
              <a:rPr lang="ko-KR" altLang="en-US" dirty="0"/>
              <a:t>선택</a:t>
            </a:r>
            <a:endParaRPr lang="en-US" altLang="ko-KR" dirty="0"/>
          </a:p>
          <a:p>
            <a:r>
              <a:rPr lang="en-US" altLang="ko-KR" dirty="0"/>
              <a:t>Load tags </a:t>
            </a:r>
            <a:r>
              <a:rPr lang="ko-KR" altLang="en-US" dirty="0"/>
              <a:t>눌러서</a:t>
            </a:r>
            <a:endParaRPr lang="en-US" altLang="ko-KR" dirty="0"/>
          </a:p>
          <a:p>
            <a:pPr lvl="1"/>
            <a:r>
              <a:rPr lang="en-US" altLang="ko-KR" dirty="0"/>
              <a:t>KGM xml </a:t>
            </a:r>
            <a:r>
              <a:rPr lang="ko-KR" altLang="en-US" dirty="0"/>
              <a:t>로 저장한 파일 선택</a:t>
            </a:r>
            <a:endParaRPr lang="en-US" altLang="ko-KR" dirty="0"/>
          </a:p>
          <a:p>
            <a:r>
              <a:rPr lang="en-US" altLang="ko-KR" dirty="0"/>
              <a:t>Apply all rules </a:t>
            </a:r>
            <a:r>
              <a:rPr lang="ko-KR" altLang="en-US" dirty="0"/>
              <a:t>버튼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20E029-D2A0-40AA-9964-6AB9FFBE4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5" y="1825625"/>
            <a:ext cx="4996369" cy="442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6082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PRESENTATION" val="{&#10;  &quot;Platform&quot;: {&#10;    &quot;Case&quot;: &quot;XGI&quot;&#10;  },&#10;  &quot;IoPlatform&quot;: {&#10;    &quot;Case&quot;: &quot;XGI&quot;&#10;  },&#10;  &quot;ApiSpecs&quot;: {},&#10;  &quot;IsSupportExportApi&quot;: false,&#10;  &quot;TranspileInfo&quot;: null,&#10;  &quot;OptPlcHw&quot;: {&#10;    &quot;Case&quot;: &quot;Some&quot;,&#10;    &quot;Fields&quot;: [&#10;      {&#10;        &quot;PLCType&quot;: {&#10;          &quot;Case&quot;: &quot;XGI&quot;&#10;        },&#10;        &quot;Bases&quot;: [&#10;          null,&#10;          null,&#10;          null,&#10;          null,&#10;          null,&#10;          null,&#10;          null,&#10;          null&#10;        ],&#10;        &quot;StartFreeMWord&quot;: 1000,&#10;        &quot;FreeMWordSize&quot;: 1000,&#10;        &quot;IsFixedSlotAllocation&quot;: true,&#10;        &quot;NumTotalUsedSlot&quot;: 0&#10;      }&#10;    ]&#10;  },&#10;  &quot;ButtonLamps&quot;: [],&#10;  &quot;Identifiers&quot;: [],&#10;  &quot;IsUsing3D&quot;: false,&#10;  &quot;IsSaveLog&quot;: false,&#10;  &quot;ActionTimeout&quot;: 2000,&#10;  &quot;SimulationSpeedMultiplier&quot;: 1,&#10;  &quot;XgxGenerationParameters&quot;: {&#10;    &quot;ExistingLSISprj&quot;: &quot;&quot;,&#10;    &quot;StartTimer&quot;: 0,&#10;    &quot;StartCounter&quot;: 0,&#10;    &quot;StartMemory&quot;: 0,&#10;    &quot;EnableXmlComment&quot;: true,&#10;    &quot;MaxPouSplit&quot;: 0&#10;  },&#10;  &quot;UserConfirmedLoadDevices&quot;: [],&#10;  &quot;GuessedLoadDevices&quot;: []&#10;}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</Words>
  <Application>Microsoft Office PowerPoint</Application>
  <PresentationFormat>와이드스크린</PresentationFormat>
  <Paragraphs>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간략 사용법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kwak dual</dc:creator>
  <cp:lastModifiedBy>kwak dual</cp:lastModifiedBy>
  <cp:revision>2</cp:revision>
  <dcterms:created xsi:type="dcterms:W3CDTF">2025-03-24T00:51:30Z</dcterms:created>
  <dcterms:modified xsi:type="dcterms:W3CDTF">2025-03-24T00:54:28Z</dcterms:modified>
</cp:coreProperties>
</file>