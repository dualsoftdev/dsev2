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6" r:id="rId4"/>
    <p:sldId id="270" r:id="rId5"/>
    <p:sldId id="267" r:id="rId6"/>
    <p:sldId id="268" r:id="rId7"/>
    <p:sldId id="265" r:id="rId8"/>
    <p:sldId id="269" r:id="rId9"/>
  </p:sldIdLst>
  <p:sldSz cx="12192000" cy="6858000"/>
  <p:notesSz cx="6858000" cy="9144000"/>
  <p:custDataLst>
    <p:tags r:id="rId10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F907-242B-4D98-1A33-4CB787E00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AE39A-B98C-AA2F-4CEA-C42D74911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5BC2B-7393-9615-B9B6-2D7331C7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7832-5791-EC31-BA12-A6FC9D86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A4A91-1E3A-7EF7-99AB-A2D9F18A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875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9EC0-8A49-E50D-AFA2-26E45080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9D191-2811-5255-5131-2A69865A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1C833-81CC-D740-E009-19C8455F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84E5A-0F20-9C0C-B95B-8509AD1F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C7EB-8142-C23F-9FA6-F5F83B74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196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1E54-EDB0-4E7C-7F22-CCDCF107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738C3-CF8C-BA20-0DF7-B09B827CA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1C822-74B3-36AF-F24F-81F2D5B0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3BAB3-7356-70AF-B259-43A318C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A8327-8216-0344-AB6B-B0F73162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13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73D-D576-BD28-8E66-77EA37EA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333C0-4F40-144E-4FA6-639DE2A5D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55AAB-E2D6-8295-A3AE-84D8D575E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40A43-0462-7EA1-14AE-1DF023E1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3AFD9-4A69-F43D-D53E-59F7A118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8FEB4-CF1B-EE7F-4E04-70B50B18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081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4E73-1CB2-F60E-96DB-50C72C477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25A10-91CB-F30F-0714-5DC66A7DF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D5556-9BE4-7B29-B101-2ABA9DB19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22C97-7ED6-A36D-0C77-717443EC8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D0C16-174D-8A74-DFD3-285948C0F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25401-E153-683D-9D7E-62A46B35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96D80-E2A3-D08B-DBEA-441F535F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3D3FB7-9533-0A4B-E03E-96EE97B4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918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EEAB-3E0E-E214-4107-85CB7DA0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51F97-5A31-B357-9322-706060D3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C20D9-349B-3B0A-AD1F-4A789610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0BD7C-6218-37A3-A178-22DC5F46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65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E2105-6ABD-4664-4C48-50794B95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46F68-7AFE-425D-0AC2-3119323C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BF316-0909-0117-17D2-8DFD9D8F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62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0BA5-ED52-52F8-1839-3B165932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B95E1-5284-64D2-A1F1-6110526F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DBE7E-A8A6-E921-0605-6E70F1548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9A6B1-1E5E-7417-63B9-C83CCE5C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D076D-7A55-A6E1-6B83-F48CA9ED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9C364-E203-4EEF-F793-C44145D7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140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7A66-3EC1-5CDC-8782-5F09DD65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63FEF3-9603-8915-93A0-F29C7E99C7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84C90-99A3-5B25-2A5C-2C1973368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4BCD7-D9C0-DF65-6467-81958AC9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85ADB-F75C-2B99-6886-852A15F2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68238-3896-3717-50CF-D50DF317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108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D014-A99C-8BB8-C0CC-49DCA444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A1FE2-CAC3-F527-3AB8-2B3664C50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F1ED-720C-341A-F3D8-10AC205A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2B27B-235C-669E-BE31-A949EE3C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15B33-7673-F14A-1370-00A68269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35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C2C75-2B9B-F6D1-05FA-BF4CB4BB2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02E17-925A-9BD3-C4EC-F2DB69AE8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86BF7-C4CA-DCDD-1604-9B998D588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E9F8D-1B49-845C-E671-B99866E3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AB03A-1A03-01C8-EFC9-49AF08E9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5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D6660-B7B7-0988-BC0E-45053140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7D68F-9D29-0EFD-E0CA-0A5D249A9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65BBC-9054-7194-9AEA-3AEAE6813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ADBEC-05BD-A44E-83A6-1DD3767D2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59836-B735-CEDB-F29C-B4AEFDB9D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895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7F9E-6CA9-802E-63AB-731FA5C3E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DSEV2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41D18-733F-6D71-BC4A-5CE605BBC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DS Engine Version2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641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42F4-8508-DDB8-A464-1E2E09F8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EBD04-6172-DC84-7B1B-3B77445F5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3759" y="21256"/>
            <a:ext cx="9144000" cy="1083250"/>
          </a:xfrm>
        </p:spPr>
        <p:txBody>
          <a:bodyPr/>
          <a:lstStyle/>
          <a:p>
            <a:r>
              <a:rPr lang="en-US" altLang="ko-KR" dirty="0"/>
              <a:t>Dll hierarchies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AB388-D8D2-6C3D-B413-927E309295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83810" y="2056727"/>
            <a:ext cx="107907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Ev2.Core</a:t>
            </a:r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B488778-C9B5-3FEF-FF7A-B9208E2DCBB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90444" y="1562879"/>
            <a:ext cx="1487908" cy="707886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/>
              <a:t>Dual.Common.Core</a:t>
            </a:r>
            <a:endParaRPr lang="ko-KR" altLang="en-US" sz="1000" dirty="0"/>
          </a:p>
          <a:p>
            <a:r>
              <a:rPr lang="en-US" altLang="ko-KR" sz="1000" dirty="0"/>
              <a:t>Dual.Common.Core.FS</a:t>
            </a:r>
            <a:endParaRPr lang="ko-KR" altLang="en-US" sz="1000" dirty="0"/>
          </a:p>
          <a:p>
            <a:r>
              <a:rPr lang="en-US" altLang="ko-KR" sz="1000" dirty="0"/>
              <a:t>Dual.Common.Base.CS</a:t>
            </a:r>
          </a:p>
          <a:p>
            <a:r>
              <a:rPr lang="en-US" altLang="ko-KR" sz="1000" dirty="0"/>
              <a:t>Dual.Common.Base.FS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02720EEF-6217-DA7B-6143-ECF7BFB6ECB1}"/>
              </a:ext>
            </a:extLst>
          </p:cNvPr>
          <p:cNvCxnSpPr>
            <a:cxnSpLocks/>
            <a:stCxn id="110" idx="3"/>
            <a:endCxn id="4" idx="1"/>
          </p:cNvCxnSpPr>
          <p:nvPr/>
        </p:nvCxnSpPr>
        <p:spPr>
          <a:xfrm>
            <a:off x="4978352" y="1916822"/>
            <a:ext cx="1905458" cy="32457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F945F5D-7889-E0EF-088A-A513A1BB3B2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940684" y="2684377"/>
            <a:ext cx="96532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Ev2.Aas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BF01573-A441-B7B2-8A01-4E5D13D3E5FC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423349" y="2426059"/>
            <a:ext cx="0" cy="25831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392A90A-500D-A9BC-DEB9-B69933C4435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90444" y="2515100"/>
            <a:ext cx="1127232" cy="246221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/>
              <a:t>Aas.Core.Aas3_0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6B39181-343E-9365-06FC-A240D0315753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4617676" y="2638211"/>
            <a:ext cx="2323008" cy="23083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596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B40FC-42FA-25E2-9DAF-66F46FC3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858"/>
            <a:ext cx="10515600" cy="1325563"/>
          </a:xfrm>
        </p:spPr>
        <p:txBody>
          <a:bodyPr/>
          <a:lstStyle/>
          <a:p>
            <a:r>
              <a:rPr lang="en-US" altLang="ko-KR" dirty="0"/>
              <a:t>Dll hierarchies (serialization)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655F9A-9955-E649-E867-A29152750651}"/>
              </a:ext>
            </a:extLst>
          </p:cNvPr>
          <p:cNvSpPr/>
          <p:nvPr/>
        </p:nvSpPr>
        <p:spPr>
          <a:xfrm>
            <a:off x="6865061" y="1816695"/>
            <a:ext cx="2734811" cy="174071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Ev2.Core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29C70EB-DFE0-2BF6-90A0-A538E08DE842}"/>
              </a:ext>
            </a:extLst>
          </p:cNvPr>
          <p:cNvSpPr/>
          <p:nvPr/>
        </p:nvSpPr>
        <p:spPr>
          <a:xfrm>
            <a:off x="6986704" y="2341009"/>
            <a:ext cx="851482" cy="93117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Memory Instance</a:t>
            </a:r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700" dirty="0"/>
              <a:t>DsSystem</a:t>
            </a:r>
          </a:p>
          <a:p>
            <a:pPr algn="ctr"/>
            <a:r>
              <a:rPr lang="en-US" altLang="ko-KR" sz="700" dirty="0"/>
              <a:t>DsWork</a:t>
            </a:r>
          </a:p>
          <a:p>
            <a:pPr algn="ctr"/>
            <a:r>
              <a:rPr lang="en-US" altLang="ko-KR" sz="700" dirty="0"/>
              <a:t>DsFlow</a:t>
            </a:r>
          </a:p>
          <a:p>
            <a:pPr algn="ctr"/>
            <a:r>
              <a:rPr lang="en-US" altLang="ko-KR" sz="700" b="1" dirty="0"/>
              <a:t>…</a:t>
            </a:r>
            <a:endParaRPr lang="ko-KR" altLang="en-US" sz="700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B36A1B-BC0C-6737-663F-72B7B8B6A71B}"/>
              </a:ext>
            </a:extLst>
          </p:cNvPr>
          <p:cNvSpPr/>
          <p:nvPr/>
        </p:nvSpPr>
        <p:spPr>
          <a:xfrm>
            <a:off x="8442193" y="2614432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Newtonsoft</a:t>
            </a:r>
          </a:p>
          <a:p>
            <a:pPr algn="ctr"/>
            <a:r>
              <a:rPr lang="en-US" altLang="ko-KR" sz="1000" b="1" dirty="0"/>
              <a:t>Json</a:t>
            </a:r>
            <a:endParaRPr lang="ko-KR" altLang="en-US" sz="7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5C4C61-CAA9-9EE0-58EF-EE65DDF2ADE6}"/>
              </a:ext>
            </a:extLst>
          </p:cNvPr>
          <p:cNvSpPr/>
          <p:nvPr/>
        </p:nvSpPr>
        <p:spPr>
          <a:xfrm>
            <a:off x="2246835" y="5208887"/>
            <a:ext cx="2838994" cy="14093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Ev2.Aas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DB7C11-93B2-49F5-BB4B-C350C866BD70}"/>
              </a:ext>
            </a:extLst>
          </p:cNvPr>
          <p:cNvSpPr/>
          <p:nvPr/>
        </p:nvSpPr>
        <p:spPr>
          <a:xfrm>
            <a:off x="3728730" y="5606898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AAS </a:t>
            </a:r>
            <a:r>
              <a:rPr lang="ko-KR" altLang="en-US" sz="1000" b="1" dirty="0"/>
              <a:t>용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Json</a:t>
            </a:r>
            <a:endParaRPr lang="ko-KR" altLang="en-US" sz="700" b="1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272DAC9-42D7-F484-954D-D4668033B4A5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4270518" y="3272187"/>
            <a:ext cx="3141927" cy="2334711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75C95E7-A226-952F-0043-AFB644FB13EB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 flipV="1">
            <a:off x="7838186" y="2806598"/>
            <a:ext cx="604007" cy="5675"/>
          </a:xfrm>
          <a:prstGeom prst="straightConnector1">
            <a:avLst/>
          </a:prstGeom>
          <a:ln w="508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495DB8-A79B-790A-26A4-26DCD7D3B03E}"/>
              </a:ext>
            </a:extLst>
          </p:cNvPr>
          <p:cNvSpPr/>
          <p:nvPr/>
        </p:nvSpPr>
        <p:spPr>
          <a:xfrm>
            <a:off x="9007867" y="4866929"/>
            <a:ext cx="1641565" cy="1409354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Ev2.Parser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BA54D2A-FFD5-D618-BF0C-D8A26E5EDF25}"/>
              </a:ext>
            </a:extLst>
          </p:cNvPr>
          <p:cNvSpPr/>
          <p:nvPr/>
        </p:nvSpPr>
        <p:spPr>
          <a:xfrm>
            <a:off x="9292334" y="5264940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*.ds</a:t>
            </a:r>
            <a:endParaRPr lang="ko-KR" altLang="en-US" sz="700" b="1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91C38AE-5340-036D-CD0E-7DC70BCC00A5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>
            <a:off x="7412445" y="3272187"/>
            <a:ext cx="2421677" cy="1992753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4BFD229-5CBE-6456-2115-B4333FFCDA67}"/>
              </a:ext>
            </a:extLst>
          </p:cNvPr>
          <p:cNvSpPr/>
          <p:nvPr/>
        </p:nvSpPr>
        <p:spPr>
          <a:xfrm>
            <a:off x="2304011" y="5606898"/>
            <a:ext cx="796263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AAS</a:t>
            </a:r>
          </a:p>
          <a:p>
            <a:pPr algn="ctr"/>
            <a:r>
              <a:rPr lang="en-US" altLang="ko-KR" sz="1000" b="1" dirty="0"/>
              <a:t>XML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3236243-D532-425E-8098-BF413871A501}"/>
              </a:ext>
            </a:extLst>
          </p:cNvPr>
          <p:cNvCxnSpPr>
            <a:cxnSpLocks/>
            <a:stCxn id="13" idx="1"/>
            <a:endCxn id="27" idx="3"/>
          </p:cNvCxnSpPr>
          <p:nvPr/>
        </p:nvCxnSpPr>
        <p:spPr>
          <a:xfrm flipH="1">
            <a:off x="3100274" y="5804739"/>
            <a:ext cx="628456" cy="0"/>
          </a:xfrm>
          <a:prstGeom prst="straightConnector1">
            <a:avLst/>
          </a:prstGeom>
          <a:ln w="508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7FD237A-22EC-5B42-EA8B-A7119A4B314A}"/>
              </a:ext>
            </a:extLst>
          </p:cNvPr>
          <p:cNvSpPr txBox="1"/>
          <p:nvPr/>
        </p:nvSpPr>
        <p:spPr>
          <a:xfrm>
            <a:off x="9326826" y="1756385"/>
            <a:ext cx="216386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          "Case": "Work",</a:t>
            </a:r>
          </a:p>
          <a:p>
            <a:r>
              <a:rPr lang="ko-KR" altLang="en-US" sz="900" dirty="0"/>
              <a:t>          "Fields": [</a:t>
            </a:r>
          </a:p>
          <a:p>
            <a:r>
              <a:rPr lang="ko-KR" altLang="en-US" sz="900" dirty="0"/>
              <a:t>            {</a:t>
            </a:r>
          </a:p>
          <a:p>
            <a:r>
              <a:rPr lang="ko-KR" altLang="en-US" sz="900" dirty="0"/>
              <a:t>              "Name": "F1W1",</a:t>
            </a:r>
          </a:p>
          <a:p>
            <a:r>
              <a:rPr lang="ko-KR" altLang="en-US" sz="900" dirty="0"/>
              <a:t>              "Vertices": [</a:t>
            </a:r>
          </a:p>
          <a:p>
            <a:r>
              <a:rPr lang="ko-KR" altLang="en-US" sz="900" dirty="0"/>
              <a:t>                {</a:t>
            </a:r>
          </a:p>
          <a:p>
            <a:r>
              <a:rPr lang="ko-KR" altLang="en-US" sz="900" dirty="0"/>
              <a:t>                  "Case": "Action",</a:t>
            </a:r>
          </a:p>
          <a:p>
            <a:r>
              <a:rPr lang="ko-KR" altLang="en-US" sz="900" dirty="0"/>
              <a:t>                  "Fields": [</a:t>
            </a:r>
          </a:p>
          <a:p>
            <a:r>
              <a:rPr lang="ko-KR" altLang="en-US" sz="900" dirty="0"/>
              <a:t>                    {</a:t>
            </a:r>
          </a:p>
          <a:p>
            <a:r>
              <a:rPr lang="ko-KR" altLang="en-US" sz="900" dirty="0"/>
              <a:t>                      "Name": "F1W1C1",</a:t>
            </a:r>
          </a:p>
          <a:p>
            <a:r>
              <a:rPr lang="ko-KR" altLang="en-US" sz="900" dirty="0"/>
              <a:t>                      "IsDisabled": false,</a:t>
            </a:r>
          </a:p>
          <a:p>
            <a:r>
              <a:rPr lang="ko-KR" altLang="en-US" sz="900" dirty="0"/>
              <a:t>                      "IsPush": false</a:t>
            </a:r>
          </a:p>
          <a:p>
            <a:r>
              <a:rPr lang="ko-KR" altLang="en-US" sz="900" dirty="0"/>
              <a:t>                   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ACAE35-8425-095B-804B-CB14BECADB37}"/>
              </a:ext>
            </a:extLst>
          </p:cNvPr>
          <p:cNvSpPr txBox="1"/>
          <p:nvPr/>
        </p:nvSpPr>
        <p:spPr>
          <a:xfrm>
            <a:off x="3917842" y="1478124"/>
            <a:ext cx="29448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"modelType": "SubmodelElementCollection",</a:t>
            </a:r>
          </a:p>
          <a:p>
            <a:r>
              <a:rPr lang="en-US" altLang="ko-KR" sz="800" dirty="0"/>
              <a:t>"idShort": "Work",</a:t>
            </a:r>
          </a:p>
          <a:p>
            <a:r>
              <a:rPr lang="en-US" altLang="ko-KR" sz="800" dirty="0"/>
              <a:t>"value": [</a:t>
            </a:r>
          </a:p>
          <a:p>
            <a:r>
              <a:rPr lang="en-US" altLang="ko-KR" sz="800" dirty="0"/>
              <a:t>  {</a:t>
            </a:r>
          </a:p>
          <a:p>
            <a:r>
              <a:rPr lang="en-US" altLang="ko-KR" sz="800" dirty="0"/>
              <a:t>    "modelType": "Property",</a:t>
            </a:r>
          </a:p>
          <a:p>
            <a:r>
              <a:rPr lang="en-US" altLang="ko-KR" sz="800" dirty="0"/>
              <a:t>    "idShort": "Name",</a:t>
            </a:r>
          </a:p>
          <a:p>
            <a:r>
              <a:rPr lang="en-US" altLang="ko-KR" sz="800" dirty="0"/>
              <a:t>    "valueType": "xs:string",</a:t>
            </a:r>
          </a:p>
          <a:p>
            <a:r>
              <a:rPr lang="en-US" altLang="ko-KR" sz="800" dirty="0"/>
              <a:t>    "value": "F1W1"</a:t>
            </a:r>
          </a:p>
          <a:p>
            <a:r>
              <a:rPr lang="en-US" altLang="ko-KR" sz="800" dirty="0"/>
              <a:t>  },</a:t>
            </a:r>
          </a:p>
          <a:p>
            <a:r>
              <a:rPr lang="en-US" altLang="ko-KR" sz="800" dirty="0"/>
              <a:t>  {</a:t>
            </a:r>
          </a:p>
          <a:p>
            <a:r>
              <a:rPr lang="en-US" altLang="ko-KR" sz="800" dirty="0"/>
              <a:t>    "modelType": "SubmodelElementCollection",</a:t>
            </a:r>
          </a:p>
          <a:p>
            <a:r>
              <a:rPr lang="en-US" altLang="ko-KR" sz="800" dirty="0"/>
              <a:t>    "idShort": "Graph",</a:t>
            </a:r>
          </a:p>
          <a:p>
            <a:r>
              <a:rPr lang="en-US" altLang="ko-KR" sz="800" dirty="0"/>
              <a:t>    "value": [</a:t>
            </a:r>
          </a:p>
          <a:p>
            <a:r>
              <a:rPr lang="en-US" altLang="ko-KR" sz="800" dirty="0"/>
              <a:t>      {</a:t>
            </a:r>
          </a:p>
          <a:p>
            <a:r>
              <a:rPr lang="en-US" altLang="ko-KR" sz="800" dirty="0"/>
              <a:t>        "modelType": "SubmodelElementCollection",</a:t>
            </a:r>
          </a:p>
          <a:p>
            <a:r>
              <a:rPr lang="en-US" altLang="ko-KR" sz="800" dirty="0"/>
              <a:t>        "idShort": "Vertices",</a:t>
            </a:r>
          </a:p>
          <a:p>
            <a:r>
              <a:rPr lang="en-US" altLang="ko-KR" sz="800" dirty="0"/>
              <a:t>        "value": [</a:t>
            </a:r>
          </a:p>
          <a:p>
            <a:r>
              <a:rPr lang="en-US" altLang="ko-KR" sz="800" dirty="0"/>
              <a:t>          {</a:t>
            </a:r>
          </a:p>
          <a:p>
            <a:r>
              <a:rPr lang="en-US" altLang="ko-KR" sz="800" dirty="0"/>
              <a:t>            "modelType": "SubmodelElementCollection",</a:t>
            </a:r>
          </a:p>
          <a:p>
            <a:r>
              <a:rPr lang="en-US" altLang="ko-KR" sz="800" dirty="0"/>
              <a:t>            "idShort": "Action",</a:t>
            </a:r>
          </a:p>
          <a:p>
            <a:r>
              <a:rPr lang="en-US" altLang="ko-KR" sz="800" dirty="0"/>
              <a:t>            "value": [</a:t>
            </a:r>
          </a:p>
          <a:p>
            <a:r>
              <a:rPr lang="en-US" altLang="ko-KR" sz="800" dirty="0"/>
              <a:t>              {</a:t>
            </a:r>
          </a:p>
          <a:p>
            <a:r>
              <a:rPr lang="en-US" altLang="ko-KR" sz="800" dirty="0"/>
              <a:t>                "modelType": "Property",</a:t>
            </a:r>
          </a:p>
          <a:p>
            <a:r>
              <a:rPr lang="en-US" altLang="ko-KR" sz="800" dirty="0"/>
              <a:t>                "idShort": "Name",</a:t>
            </a:r>
          </a:p>
          <a:p>
            <a:r>
              <a:rPr lang="en-US" altLang="ko-KR" sz="800" dirty="0"/>
              <a:t>                "valueType": "xs:string",</a:t>
            </a:r>
          </a:p>
          <a:p>
            <a:r>
              <a:rPr lang="en-US" altLang="ko-KR" sz="800" dirty="0"/>
              <a:t>                "value": "F1W1C1"</a:t>
            </a:r>
          </a:p>
          <a:p>
            <a:r>
              <a:rPr lang="en-US" altLang="ko-KR" sz="800" dirty="0"/>
              <a:t>              },</a:t>
            </a:r>
          </a:p>
          <a:p>
            <a:r>
              <a:rPr lang="en-US" altLang="ko-KR" sz="800" dirty="0"/>
              <a:t>              {</a:t>
            </a:r>
          </a:p>
          <a:p>
            <a:r>
              <a:rPr lang="en-US" altLang="ko-KR" sz="800" dirty="0"/>
              <a:t>                "modelType": "Property",</a:t>
            </a:r>
          </a:p>
          <a:p>
            <a:r>
              <a:rPr lang="en-US" altLang="ko-KR" sz="800" dirty="0"/>
              <a:t>                "idShort": "IsDisable",</a:t>
            </a:r>
          </a:p>
          <a:p>
            <a:r>
              <a:rPr lang="en-US" altLang="ko-KR" sz="800" dirty="0"/>
              <a:t>                "valueType": "xs:boolean",</a:t>
            </a:r>
          </a:p>
          <a:p>
            <a:r>
              <a:rPr lang="en-US" altLang="ko-KR" sz="800" dirty="0"/>
              <a:t>                "value": "False"</a:t>
            </a:r>
          </a:p>
          <a:p>
            <a:r>
              <a:rPr lang="en-US" altLang="ko-KR" sz="800" dirty="0"/>
              <a:t>              }</a:t>
            </a:r>
          </a:p>
          <a:p>
            <a:r>
              <a:rPr lang="en-US" altLang="ko-KR" sz="800" dirty="0"/>
              <a:t>            ]</a:t>
            </a:r>
          </a:p>
          <a:p>
            <a:r>
              <a:rPr lang="en-US" altLang="ko-KR" sz="800" dirty="0"/>
              <a:t>          }</a:t>
            </a:r>
            <a:endParaRPr lang="ko-KR" altLang="en-US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F9978F-C8BA-D9AB-4099-9CC2FADFE09B}"/>
              </a:ext>
            </a:extLst>
          </p:cNvPr>
          <p:cNvSpPr txBox="1"/>
          <p:nvPr/>
        </p:nvSpPr>
        <p:spPr>
          <a:xfrm>
            <a:off x="368651" y="1524430"/>
            <a:ext cx="273162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&lt;submodelElementCollection&gt;</a:t>
            </a:r>
          </a:p>
          <a:p>
            <a:r>
              <a:rPr lang="en-US" altLang="ko-KR" sz="800" dirty="0"/>
              <a:t>    &lt;idShort&gt;Work&lt;/idShort&gt;</a:t>
            </a:r>
          </a:p>
          <a:p>
            <a:r>
              <a:rPr lang="en-US" altLang="ko-KR" sz="800" dirty="0"/>
              <a:t>    &lt;value&gt;</a:t>
            </a:r>
          </a:p>
          <a:p>
            <a:r>
              <a:rPr lang="en-US" altLang="ko-KR" sz="800" dirty="0"/>
              <a:t>    &lt;property&gt;</a:t>
            </a:r>
          </a:p>
          <a:p>
            <a:r>
              <a:rPr lang="en-US" altLang="ko-KR" sz="800" dirty="0"/>
              <a:t>        &lt;idShort&gt;Name&lt;/idShort&gt;</a:t>
            </a:r>
          </a:p>
          <a:p>
            <a:r>
              <a:rPr lang="en-US" altLang="ko-KR" sz="800" dirty="0"/>
              <a:t>        &lt;valueType&gt;xs:string&lt;/valueType&gt;</a:t>
            </a:r>
          </a:p>
          <a:p>
            <a:r>
              <a:rPr lang="en-US" altLang="ko-KR" sz="800" dirty="0"/>
              <a:t>        &lt;value&gt;F1W1&lt;/value&gt;</a:t>
            </a:r>
          </a:p>
          <a:p>
            <a:r>
              <a:rPr lang="en-US" altLang="ko-KR" sz="800" dirty="0"/>
              <a:t>    &lt;/property&gt;</a:t>
            </a:r>
          </a:p>
          <a:p>
            <a:r>
              <a:rPr lang="en-US" altLang="ko-KR" sz="800" dirty="0"/>
              <a:t>    &lt;submodelElementCollection&gt;</a:t>
            </a:r>
          </a:p>
          <a:p>
            <a:r>
              <a:rPr lang="en-US" altLang="ko-KR" sz="800" dirty="0"/>
              <a:t>        &lt;idShort&gt;Graph&lt;/idShort&gt;</a:t>
            </a:r>
          </a:p>
          <a:p>
            <a:r>
              <a:rPr lang="en-US" altLang="ko-KR" sz="800" dirty="0"/>
              <a:t>        &lt;value&gt;</a:t>
            </a:r>
          </a:p>
          <a:p>
            <a:r>
              <a:rPr lang="en-US" altLang="ko-KR" sz="800" dirty="0"/>
              <a:t>        &lt;submodelElementCollection&gt;</a:t>
            </a:r>
          </a:p>
          <a:p>
            <a:r>
              <a:rPr lang="en-US" altLang="ko-KR" sz="800" dirty="0"/>
              <a:t>            &lt;idShort&gt;Vertices&lt;/idShort&gt;</a:t>
            </a:r>
          </a:p>
          <a:p>
            <a:r>
              <a:rPr lang="en-US" altLang="ko-KR" sz="800" dirty="0"/>
              <a:t>            &lt;value&gt;</a:t>
            </a:r>
          </a:p>
          <a:p>
            <a:r>
              <a:rPr lang="en-US" altLang="ko-KR" sz="800" dirty="0"/>
              <a:t>            &lt;submodelElementCollection&gt;</a:t>
            </a:r>
          </a:p>
          <a:p>
            <a:r>
              <a:rPr lang="en-US" altLang="ko-KR" sz="800" dirty="0"/>
              <a:t>                &lt;idShort&gt;Action&lt;/idShort&gt;</a:t>
            </a:r>
          </a:p>
          <a:p>
            <a:r>
              <a:rPr lang="en-US" altLang="ko-KR" sz="800" dirty="0"/>
              <a:t>                &lt;value&gt;</a:t>
            </a:r>
          </a:p>
          <a:p>
            <a:r>
              <a:rPr lang="en-US" altLang="ko-KR" sz="800" dirty="0"/>
              <a:t>                &lt;property&gt;</a:t>
            </a:r>
          </a:p>
          <a:p>
            <a:r>
              <a:rPr lang="en-US" altLang="ko-KR" sz="800" dirty="0"/>
              <a:t>                    &lt;idShort&gt;Name&lt;/idShort&gt;</a:t>
            </a:r>
          </a:p>
          <a:p>
            <a:r>
              <a:rPr lang="en-US" altLang="ko-KR" sz="800" dirty="0"/>
              <a:t>                    &lt;valueType&gt;xs:string&lt;/valueType&gt;</a:t>
            </a:r>
          </a:p>
          <a:p>
            <a:r>
              <a:rPr lang="en-US" altLang="ko-KR" sz="800" dirty="0"/>
              <a:t>                    &lt;value&gt;F1W1C1&lt;/value&gt;</a:t>
            </a:r>
          </a:p>
          <a:p>
            <a:r>
              <a:rPr lang="en-US" altLang="ko-KR" sz="800" dirty="0"/>
              <a:t>                &lt;/property&gt;</a:t>
            </a:r>
          </a:p>
          <a:p>
            <a:r>
              <a:rPr lang="en-US" altLang="ko-KR" sz="800" dirty="0"/>
              <a:t>                &lt;property&gt;</a:t>
            </a:r>
          </a:p>
          <a:p>
            <a:r>
              <a:rPr lang="en-US" altLang="ko-KR" sz="800" dirty="0"/>
              <a:t>                    &lt;idShort&gt;IsDisable&lt;/idShort&gt;</a:t>
            </a:r>
          </a:p>
          <a:p>
            <a:r>
              <a:rPr lang="en-US" altLang="ko-KR" sz="800" dirty="0"/>
              <a:t>                    &lt;valueType&gt;xs:boolean&lt;/valueType&gt;</a:t>
            </a:r>
          </a:p>
          <a:p>
            <a:r>
              <a:rPr lang="en-US" altLang="ko-KR" sz="800" dirty="0"/>
              <a:t>                    &lt;value&gt;False&lt;/value&gt;</a:t>
            </a:r>
          </a:p>
          <a:p>
            <a:r>
              <a:rPr lang="en-US" altLang="ko-KR" sz="800" dirty="0"/>
              <a:t>                &lt;/property&gt;</a:t>
            </a:r>
          </a:p>
          <a:p>
            <a:r>
              <a:rPr lang="en-US" altLang="ko-KR" sz="800" dirty="0"/>
              <a:t>                &lt;/value&gt;</a:t>
            </a:r>
          </a:p>
          <a:p>
            <a:r>
              <a:rPr lang="en-US" altLang="ko-KR" sz="800" dirty="0"/>
              <a:t>            &lt;/submodelElementCollection&gt;</a:t>
            </a:r>
          </a:p>
        </p:txBody>
      </p:sp>
    </p:spTree>
    <p:extLst>
      <p:ext uri="{BB962C8B-B14F-4D97-AF65-F5344CB8AC3E}">
        <p14:creationId xmlns:p14="http://schemas.microsoft.com/office/powerpoint/2010/main" val="368900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FCBB-2C94-3435-8CB8-BE10F71A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0935A-C999-E18C-37B8-5C43A8535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858"/>
            <a:ext cx="10515600" cy="1325563"/>
          </a:xfrm>
        </p:spPr>
        <p:txBody>
          <a:bodyPr/>
          <a:lstStyle/>
          <a:p>
            <a:r>
              <a:rPr lang="en-US" altLang="ko-KR" dirty="0"/>
              <a:t>Serialization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C054F7-22F2-388F-3507-D698C64D9BD8}"/>
              </a:ext>
            </a:extLst>
          </p:cNvPr>
          <p:cNvSpPr/>
          <p:nvPr/>
        </p:nvSpPr>
        <p:spPr>
          <a:xfrm>
            <a:off x="6865061" y="1816695"/>
            <a:ext cx="2734811" cy="174071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Ev2.Core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924B08D-12D4-053B-6F2C-7EA245A18959}"/>
              </a:ext>
            </a:extLst>
          </p:cNvPr>
          <p:cNvSpPr/>
          <p:nvPr/>
        </p:nvSpPr>
        <p:spPr>
          <a:xfrm>
            <a:off x="6986704" y="2341009"/>
            <a:ext cx="851482" cy="93117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DsObj</a:t>
            </a:r>
            <a:endParaRPr lang="ko-KR" altLang="en-US" sz="700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B4A46F-6547-6DA6-2060-9ED1F3EA8AFD}"/>
              </a:ext>
            </a:extLst>
          </p:cNvPr>
          <p:cNvSpPr/>
          <p:nvPr/>
        </p:nvSpPr>
        <p:spPr>
          <a:xfrm>
            <a:off x="8442193" y="2614432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JObj</a:t>
            </a:r>
            <a:endParaRPr lang="ko-KR" altLang="en-US" sz="7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0EB034-881E-096D-CECB-274FCFE48042}"/>
              </a:ext>
            </a:extLst>
          </p:cNvPr>
          <p:cNvSpPr/>
          <p:nvPr/>
        </p:nvSpPr>
        <p:spPr>
          <a:xfrm>
            <a:off x="3198685" y="2927082"/>
            <a:ext cx="2838994" cy="14093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Ev2.Aas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FA6EFDF-5BBB-22E9-D1D8-BC1B05874FF5}"/>
              </a:ext>
            </a:extLst>
          </p:cNvPr>
          <p:cNvSpPr/>
          <p:nvPr/>
        </p:nvSpPr>
        <p:spPr>
          <a:xfrm>
            <a:off x="4680580" y="3325093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AJObj</a:t>
            </a:r>
            <a:endParaRPr lang="ko-KR" altLang="en-US" sz="700" b="1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ADBEC97-3E09-224F-ED37-63ACD734E10F}"/>
              </a:ext>
            </a:extLst>
          </p:cNvPr>
          <p:cNvCxnSpPr>
            <a:cxnSpLocks/>
            <a:stCxn id="8" idx="1"/>
            <a:endCxn id="13" idx="0"/>
          </p:cNvCxnSpPr>
          <p:nvPr/>
        </p:nvCxnSpPr>
        <p:spPr>
          <a:xfrm flipH="1">
            <a:off x="5222368" y="2806598"/>
            <a:ext cx="1764336" cy="51849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89F1F75-CB18-248A-9FAD-BA5A3AF80B08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 flipV="1">
            <a:off x="7838186" y="2806598"/>
            <a:ext cx="604007" cy="5675"/>
          </a:xfrm>
          <a:prstGeom prst="straightConnector1">
            <a:avLst/>
          </a:prstGeom>
          <a:ln w="508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180DFB-91F0-8F32-CC3C-69CE40D72B97}"/>
              </a:ext>
            </a:extLst>
          </p:cNvPr>
          <p:cNvSpPr/>
          <p:nvPr/>
        </p:nvSpPr>
        <p:spPr>
          <a:xfrm>
            <a:off x="9007867" y="4866929"/>
            <a:ext cx="1641565" cy="1409354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Ev2.Parser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401D9E1-B799-5B91-396A-5DE1A57A443D}"/>
              </a:ext>
            </a:extLst>
          </p:cNvPr>
          <p:cNvSpPr/>
          <p:nvPr/>
        </p:nvSpPr>
        <p:spPr>
          <a:xfrm>
            <a:off x="9292334" y="5264940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*.ds</a:t>
            </a:r>
            <a:endParaRPr lang="ko-KR" altLang="en-US" sz="700" b="1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08704E8-523B-B0D5-D532-464FE04AC97F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>
            <a:off x="7412445" y="3272187"/>
            <a:ext cx="2421677" cy="199275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951D22B-ACFA-537B-460E-7F27E1791F53}"/>
              </a:ext>
            </a:extLst>
          </p:cNvPr>
          <p:cNvSpPr/>
          <p:nvPr/>
        </p:nvSpPr>
        <p:spPr>
          <a:xfrm>
            <a:off x="3280643" y="3631759"/>
            <a:ext cx="796263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AAS</a:t>
            </a:r>
          </a:p>
          <a:p>
            <a:pPr algn="ctr"/>
            <a:r>
              <a:rPr lang="en-US" altLang="ko-KR" sz="1000" b="1" dirty="0"/>
              <a:t>XML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50F9FB2-8627-260A-208A-98D079A4A6A5}"/>
              </a:ext>
            </a:extLst>
          </p:cNvPr>
          <p:cNvCxnSpPr>
            <a:cxnSpLocks/>
            <a:stCxn id="13" idx="1"/>
            <a:endCxn id="27" idx="3"/>
          </p:cNvCxnSpPr>
          <p:nvPr/>
        </p:nvCxnSpPr>
        <p:spPr>
          <a:xfrm flipH="1">
            <a:off x="4076906" y="3522934"/>
            <a:ext cx="603674" cy="30666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77F3625-EE4E-F34C-DE1D-51C159332DFD}"/>
              </a:ext>
            </a:extLst>
          </p:cNvPr>
          <p:cNvSpPr/>
          <p:nvPr/>
        </p:nvSpPr>
        <p:spPr>
          <a:xfrm>
            <a:off x="3270607" y="3091960"/>
            <a:ext cx="796263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AAS</a:t>
            </a:r>
          </a:p>
          <a:p>
            <a:pPr algn="ctr"/>
            <a:r>
              <a:rPr lang="en-US" altLang="ko-KR" sz="1000" b="1" dirty="0"/>
              <a:t>JSON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004DBE-340D-0005-0C45-8A60F3981CE8}"/>
              </a:ext>
            </a:extLst>
          </p:cNvPr>
          <p:cNvSpPr/>
          <p:nvPr/>
        </p:nvSpPr>
        <p:spPr>
          <a:xfrm>
            <a:off x="689222" y="2148057"/>
            <a:ext cx="1043105" cy="94390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AAS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11F26D-AFBD-EBB6-B6E9-4E101ADDC15C}"/>
              </a:ext>
            </a:extLst>
          </p:cNvPr>
          <p:cNvSpPr/>
          <p:nvPr/>
        </p:nvSpPr>
        <p:spPr>
          <a:xfrm>
            <a:off x="798899" y="2291371"/>
            <a:ext cx="796263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Aasx</a:t>
            </a:r>
            <a:endParaRPr lang="en-US" altLang="ko-KR" sz="1000" b="1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A7CCAFA-0B28-5F3B-E5E0-FE042BFA3640}"/>
              </a:ext>
            </a:extLst>
          </p:cNvPr>
          <p:cNvCxnSpPr>
            <a:cxnSpLocks/>
            <a:stCxn id="3" idx="1"/>
            <a:endCxn id="10" idx="3"/>
          </p:cNvCxnSpPr>
          <p:nvPr/>
        </p:nvCxnSpPr>
        <p:spPr>
          <a:xfrm flipH="1" flipV="1">
            <a:off x="1595162" y="2489212"/>
            <a:ext cx="1675445" cy="800589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40762C-D54A-01FE-9586-A6AD77160EB5}"/>
              </a:ext>
            </a:extLst>
          </p:cNvPr>
          <p:cNvSpPr txBox="1"/>
          <p:nvPr/>
        </p:nvSpPr>
        <p:spPr>
          <a:xfrm rot="1540771">
            <a:off x="2122415" y="2655116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REST Api</a:t>
            </a:r>
            <a:endParaRPr lang="ko-KR" altLang="en-US" sz="105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E85D4D5-F826-2717-9A1A-607DF3089F8A}"/>
              </a:ext>
            </a:extLst>
          </p:cNvPr>
          <p:cNvCxnSpPr>
            <a:cxnSpLocks/>
            <a:stCxn id="13" idx="1"/>
            <a:endCxn id="3" idx="3"/>
          </p:cNvCxnSpPr>
          <p:nvPr/>
        </p:nvCxnSpPr>
        <p:spPr>
          <a:xfrm flipH="1" flipV="1">
            <a:off x="4066870" y="3289801"/>
            <a:ext cx="613710" cy="23313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38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9A494-574C-30A5-5B25-76C88277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Json serialize </a:t>
            </a:r>
            <a:r>
              <a:rPr lang="ko-KR" altLang="en-US" dirty="0"/>
              <a:t>유의사항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754B7-6B9F-85C9-07B3-78FCDB2C1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OO </a:t>
            </a:r>
            <a:r>
              <a:rPr lang="ko-KR" altLang="en-US" dirty="0"/>
              <a:t>의 </a:t>
            </a:r>
            <a:r>
              <a:rPr lang="en-US" altLang="ko-KR" dirty="0"/>
              <a:t>Polymorphism </a:t>
            </a:r>
            <a:r>
              <a:rPr lang="ko-KR" altLang="en-US" dirty="0"/>
              <a:t>지원 어려움 </a:t>
            </a:r>
            <a:r>
              <a:rPr lang="en-US" altLang="ko-KR" dirty="0"/>
              <a:t>(Type name full </a:t>
            </a:r>
            <a:r>
              <a:rPr lang="ko-KR" altLang="en-US" dirty="0"/>
              <a:t>로 적을 경우 유지 보수 문제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Discriminated Union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6024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FC220-B3A0-85F1-F2EA-98BBFFDC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AAS Json vs </a:t>
            </a:r>
            <a:r>
              <a:rPr lang="ko-KR" altLang="en-US" dirty="0"/>
              <a:t>일반 </a:t>
            </a:r>
            <a:r>
              <a:rPr lang="en-US" altLang="ko-KR" dirty="0"/>
              <a:t>Json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401A1-1EA0-FCE8-3820-B5A2E9E5B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AAS Json </a:t>
            </a:r>
            <a:r>
              <a:rPr lang="ko-KR" altLang="en-US" dirty="0"/>
              <a:t>의 경우</a:t>
            </a:r>
            <a:r>
              <a:rPr lang="en-US" altLang="ko-KR" dirty="0"/>
              <a:t>, property(</a:t>
            </a:r>
            <a:r>
              <a:rPr lang="ko-KR" altLang="en-US" dirty="0"/>
              <a:t>속성</a:t>
            </a:r>
            <a:r>
              <a:rPr lang="en-US" altLang="ko-KR" dirty="0"/>
              <a:t>) </a:t>
            </a:r>
            <a:r>
              <a:rPr lang="ko-KR" altLang="en-US" dirty="0"/>
              <a:t>이름을 지을 수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상대적으로 길고 복잡해 짐</a:t>
            </a:r>
            <a:endParaRPr lang="en-US" altLang="ko-KR" dirty="0"/>
          </a:p>
          <a:p>
            <a:r>
              <a:rPr lang="en-US" altLang="ko-KR" dirty="0"/>
              <a:t>AAS Json </a:t>
            </a:r>
            <a:r>
              <a:rPr lang="en-US" altLang="ko-KR" dirty="0">
                <a:sym typeface="Wingdings" panose="05000000000000000000" pitchFamily="2" charset="2"/>
              </a:rPr>
              <a:t> AAS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Xml</a:t>
            </a:r>
            <a:r>
              <a:rPr lang="ko-KR" altLang="en-US" dirty="0">
                <a:sym typeface="Wingdings" panose="05000000000000000000" pitchFamily="2" charset="2"/>
              </a:rPr>
              <a:t> 은 비교적 전환이 쉬움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AasCore.Aas3_0 </a:t>
            </a:r>
            <a:r>
              <a:rPr lang="ko-KR" altLang="en-US" dirty="0"/>
              <a:t>이용</a:t>
            </a:r>
            <a:endParaRPr lang="en-US" altLang="ko-KR" dirty="0"/>
          </a:p>
          <a:p>
            <a:pPr lvl="2"/>
            <a:r>
              <a:rPr lang="ko-KR" altLang="en-US" dirty="0"/>
              <a:t>내부적으로는 </a:t>
            </a:r>
            <a:r>
              <a:rPr lang="en-US" altLang="ko-KR" dirty="0"/>
              <a:t>System.Text.Json </a:t>
            </a:r>
            <a:r>
              <a:rPr lang="ko-KR" altLang="en-US" dirty="0"/>
              <a:t>을 이용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006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FF25C-1B37-6D7C-B51D-3752923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 Hierarchy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05E0C-4669-18C2-61B3-DAF016E7D8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088558" y="2292701"/>
            <a:ext cx="189667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DsNamedObject</a:t>
            </a:r>
            <a:endParaRPr lang="ko-KR" altLang="en-US" dirty="0"/>
          </a:p>
        </p:txBody>
      </p:sp>
      <p:cxnSp>
        <p:nvCxnSpPr>
          <p:cNvPr id="5" name="직선 화살표 연결선 110">
            <a:extLst>
              <a:ext uri="{FF2B5EF4-FFF2-40B4-BE49-F238E27FC236}">
                <a16:creationId xmlns:a16="http://schemas.microsoft.com/office/drawing/2014/main" id="{ED8DDD34-38AA-5AAB-3CFE-B7D44271C266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1715537" y="2662033"/>
            <a:ext cx="2321358" cy="4406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985EAE0-58A3-0010-604D-517EE6B14D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22105" y="3102658"/>
            <a:ext cx="118686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DsSystem</a:t>
            </a:r>
            <a:endParaRPr lang="ko-KR" altLang="en-US" dirty="0"/>
          </a:p>
        </p:txBody>
      </p:sp>
      <p:cxnSp>
        <p:nvCxnSpPr>
          <p:cNvPr id="10" name="직선 화살표 연결선 110">
            <a:extLst>
              <a:ext uri="{FF2B5EF4-FFF2-40B4-BE49-F238E27FC236}">
                <a16:creationId xmlns:a16="http://schemas.microsoft.com/office/drawing/2014/main" id="{7DBCD048-93A1-7B1C-C95D-72EC9AC257EE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2965347" y="2662033"/>
            <a:ext cx="1071548" cy="4406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626F62-87B0-CC0B-D463-CFE2DA8BDC3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01117" y="3102658"/>
            <a:ext cx="92845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DsFlow</a:t>
            </a:r>
            <a:endParaRPr lang="ko-KR" altLang="en-US" dirty="0"/>
          </a:p>
        </p:txBody>
      </p:sp>
      <p:cxnSp>
        <p:nvCxnSpPr>
          <p:cNvPr id="13" name="직선 화살표 연결선 110">
            <a:extLst>
              <a:ext uri="{FF2B5EF4-FFF2-40B4-BE49-F238E27FC236}">
                <a16:creationId xmlns:a16="http://schemas.microsoft.com/office/drawing/2014/main" id="{9189EF36-223C-12BB-7222-417E5D26C7F5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 flipH="1">
            <a:off x="4206815" y="3471990"/>
            <a:ext cx="841704" cy="104263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93C037-5D2C-D5B7-5DAD-3B169F77C89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707094" y="4514628"/>
            <a:ext cx="99944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DsWork</a:t>
            </a:r>
            <a:endParaRPr lang="ko-KR" altLang="en-US" dirty="0"/>
          </a:p>
        </p:txBody>
      </p:sp>
      <p:cxnSp>
        <p:nvCxnSpPr>
          <p:cNvPr id="15" name="직선 화살표 연결선 110">
            <a:extLst>
              <a:ext uri="{FF2B5EF4-FFF2-40B4-BE49-F238E27FC236}">
                <a16:creationId xmlns:a16="http://schemas.microsoft.com/office/drawing/2014/main" id="{0654FBAE-329D-2DA3-D08A-A59CB95B5FA7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>
            <a:off x="4036895" y="2662033"/>
            <a:ext cx="1011624" cy="4406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19801A-8E88-F4C8-E7F2-984C6439898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0327" y="3102658"/>
            <a:ext cx="83638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Vertex</a:t>
            </a:r>
            <a:endParaRPr lang="ko-KR" altLang="en-US" dirty="0"/>
          </a:p>
        </p:txBody>
      </p:sp>
      <p:cxnSp>
        <p:nvCxnSpPr>
          <p:cNvPr id="18" name="직선 화살표 연결선 110">
            <a:extLst>
              <a:ext uri="{FF2B5EF4-FFF2-40B4-BE49-F238E27FC236}">
                <a16:creationId xmlns:a16="http://schemas.microsoft.com/office/drawing/2014/main" id="{C576C58D-AF12-55FB-56E9-7B065DF313F1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5048519" y="3471990"/>
            <a:ext cx="347074" cy="104263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E3E0D8-B2CA-99C1-952A-01895F8C932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934569" y="4514628"/>
            <a:ext cx="922047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DsCoin</a:t>
            </a:r>
            <a:endParaRPr lang="ko-KR" altLang="en-US" dirty="0"/>
          </a:p>
        </p:txBody>
      </p:sp>
      <p:cxnSp>
        <p:nvCxnSpPr>
          <p:cNvPr id="21" name="직선 화살표 연결선 110">
            <a:extLst>
              <a:ext uri="{FF2B5EF4-FFF2-40B4-BE49-F238E27FC236}">
                <a16:creationId xmlns:a16="http://schemas.microsoft.com/office/drawing/2014/main" id="{8B406E38-F12B-527F-C06F-69BD36B0094D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 flipH="1">
            <a:off x="3461207" y="4883960"/>
            <a:ext cx="1934386" cy="48864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91DCFE-5059-078D-178D-4BE02727F22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902400" y="5372600"/>
            <a:ext cx="111761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DsAction</a:t>
            </a:r>
            <a:endParaRPr lang="ko-KR" altLang="en-US" dirty="0"/>
          </a:p>
        </p:txBody>
      </p:sp>
      <p:cxnSp>
        <p:nvCxnSpPr>
          <p:cNvPr id="25" name="직선 화살표 연결선 110">
            <a:extLst>
              <a:ext uri="{FF2B5EF4-FFF2-40B4-BE49-F238E27FC236}">
                <a16:creationId xmlns:a16="http://schemas.microsoft.com/office/drawing/2014/main" id="{323E067D-880B-D190-CAE2-0F0AC016A619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flipH="1">
            <a:off x="4835595" y="4883960"/>
            <a:ext cx="559998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6442B4-AC9A-B3F7-994F-8A0E859CC17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193624" y="5355190"/>
            <a:ext cx="128394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DsAutoPre</a:t>
            </a:r>
            <a:endParaRPr lang="ko-KR" altLang="en-US" dirty="0"/>
          </a:p>
        </p:txBody>
      </p:sp>
      <p:cxnSp>
        <p:nvCxnSpPr>
          <p:cNvPr id="27" name="직선 화살표 연결선 110">
            <a:extLst>
              <a:ext uri="{FF2B5EF4-FFF2-40B4-BE49-F238E27FC236}">
                <a16:creationId xmlns:a16="http://schemas.microsoft.com/office/drawing/2014/main" id="{B33507B7-69E0-76C1-4D62-18B449041279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>
            <a:off x="5395593" y="4883960"/>
            <a:ext cx="664499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887DAE9-4108-5302-EACF-ACF2CA7AE28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17315" y="5355190"/>
            <a:ext cx="10855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DsSafety</a:t>
            </a:r>
            <a:endParaRPr lang="ko-KR" altLang="en-US" dirty="0"/>
          </a:p>
        </p:txBody>
      </p:sp>
      <p:cxnSp>
        <p:nvCxnSpPr>
          <p:cNvPr id="29" name="직선 화살표 연결선 110">
            <a:extLst>
              <a:ext uri="{FF2B5EF4-FFF2-40B4-BE49-F238E27FC236}">
                <a16:creationId xmlns:a16="http://schemas.microsoft.com/office/drawing/2014/main" id="{D863F9DD-B8FA-F110-4DDE-143BE98C2225}"/>
              </a:ext>
            </a:extLst>
          </p:cNvPr>
          <p:cNvCxnSpPr>
            <a:cxnSpLocks/>
            <a:stCxn id="19" idx="2"/>
            <a:endCxn id="30" idx="0"/>
          </p:cNvCxnSpPr>
          <p:nvPr/>
        </p:nvCxnSpPr>
        <p:spPr>
          <a:xfrm>
            <a:off x="5395593" y="4883960"/>
            <a:ext cx="2197172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C27644-232D-C9D9-37D4-516ED9309E7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826369" y="5355190"/>
            <a:ext cx="153279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DsCommand</a:t>
            </a:r>
            <a:endParaRPr lang="ko-KR" altLang="en-US" dirty="0"/>
          </a:p>
        </p:txBody>
      </p:sp>
      <p:cxnSp>
        <p:nvCxnSpPr>
          <p:cNvPr id="34" name="직선 화살표 연결선 110">
            <a:extLst>
              <a:ext uri="{FF2B5EF4-FFF2-40B4-BE49-F238E27FC236}">
                <a16:creationId xmlns:a16="http://schemas.microsoft.com/office/drawing/2014/main" id="{B9F02110-E4D8-A6E8-58CE-CBE588C3983E}"/>
              </a:ext>
            </a:extLst>
          </p:cNvPr>
          <p:cNvCxnSpPr>
            <a:cxnSpLocks/>
            <a:stCxn id="19" idx="2"/>
            <a:endCxn id="35" idx="0"/>
          </p:cNvCxnSpPr>
          <p:nvPr/>
        </p:nvCxnSpPr>
        <p:spPr>
          <a:xfrm>
            <a:off x="5395593" y="4883960"/>
            <a:ext cx="3781612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D1CEED5-6AE4-ACCA-DCC5-6E8DCAE0C45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483104" y="5355190"/>
            <a:ext cx="138820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DsOperator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1C99B1-E5AB-D91F-FF3F-D2681E1FECB9}"/>
              </a:ext>
            </a:extLst>
          </p:cNvPr>
          <p:cNvSpPr txBox="1"/>
          <p:nvPr/>
        </p:nvSpPr>
        <p:spPr>
          <a:xfrm>
            <a:off x="5592551" y="2343372"/>
            <a:ext cx="1339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INamedVertex</a:t>
            </a:r>
            <a:endParaRPr lang="ko-KR" altLang="en-US" sz="1200" dirty="0"/>
          </a:p>
        </p:txBody>
      </p:sp>
      <p:cxnSp>
        <p:nvCxnSpPr>
          <p:cNvPr id="42" name="직선 화살표 연결선 110">
            <a:extLst>
              <a:ext uri="{FF2B5EF4-FFF2-40B4-BE49-F238E27FC236}">
                <a16:creationId xmlns:a16="http://schemas.microsoft.com/office/drawing/2014/main" id="{70103023-F7E9-DBA4-66A0-2D63D094D429}"/>
              </a:ext>
            </a:extLst>
          </p:cNvPr>
          <p:cNvCxnSpPr>
            <a:cxnSpLocks/>
            <a:stCxn id="41" idx="2"/>
            <a:endCxn id="16" idx="0"/>
          </p:cNvCxnSpPr>
          <p:nvPr/>
        </p:nvCxnSpPr>
        <p:spPr>
          <a:xfrm flipH="1">
            <a:off x="5048519" y="2620371"/>
            <a:ext cx="1213628" cy="48228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AAB2E9D-748E-63D6-ECE6-4A7ECB3EC555}"/>
              </a:ext>
            </a:extLst>
          </p:cNvPr>
          <p:cNvSpPr txBox="1"/>
          <p:nvPr/>
        </p:nvSpPr>
        <p:spPr>
          <a:xfrm>
            <a:off x="4985231" y="1637082"/>
            <a:ext cx="76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INamed</a:t>
            </a:r>
            <a:endParaRPr lang="ko-KR" altLang="en-US" sz="1200" dirty="0"/>
          </a:p>
        </p:txBody>
      </p:sp>
      <p:cxnSp>
        <p:nvCxnSpPr>
          <p:cNvPr id="50" name="직선 화살표 연결선 110">
            <a:extLst>
              <a:ext uri="{FF2B5EF4-FFF2-40B4-BE49-F238E27FC236}">
                <a16:creationId xmlns:a16="http://schemas.microsoft.com/office/drawing/2014/main" id="{B2A668E8-10E9-2022-144D-EA7AF91FDD9D}"/>
              </a:ext>
            </a:extLst>
          </p:cNvPr>
          <p:cNvCxnSpPr>
            <a:cxnSpLocks/>
            <a:stCxn id="49" idx="2"/>
            <a:endCxn id="41" idx="0"/>
          </p:cNvCxnSpPr>
          <p:nvPr/>
        </p:nvCxnSpPr>
        <p:spPr>
          <a:xfrm>
            <a:off x="5367786" y="1914081"/>
            <a:ext cx="894361" cy="42929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0953D1C-2201-3527-542A-37F50B9335AB}"/>
              </a:ext>
            </a:extLst>
          </p:cNvPr>
          <p:cNvSpPr txBox="1"/>
          <p:nvPr/>
        </p:nvSpPr>
        <p:spPr>
          <a:xfrm>
            <a:off x="6602869" y="1619395"/>
            <a:ext cx="1339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IVertex</a:t>
            </a:r>
            <a:endParaRPr lang="ko-KR" altLang="en-US" sz="1200" dirty="0"/>
          </a:p>
        </p:txBody>
      </p:sp>
      <p:cxnSp>
        <p:nvCxnSpPr>
          <p:cNvPr id="52" name="직선 화살표 연결선 110">
            <a:extLst>
              <a:ext uri="{FF2B5EF4-FFF2-40B4-BE49-F238E27FC236}">
                <a16:creationId xmlns:a16="http://schemas.microsoft.com/office/drawing/2014/main" id="{CE0C8CF4-DD42-6AB8-C6A1-56A8F6F67C5C}"/>
              </a:ext>
            </a:extLst>
          </p:cNvPr>
          <p:cNvCxnSpPr>
            <a:cxnSpLocks/>
            <a:stCxn id="51" idx="2"/>
            <a:endCxn id="41" idx="0"/>
          </p:cNvCxnSpPr>
          <p:nvPr/>
        </p:nvCxnSpPr>
        <p:spPr>
          <a:xfrm flipH="1">
            <a:off x="6262147" y="1896394"/>
            <a:ext cx="1010318" cy="44697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110">
            <a:extLst>
              <a:ext uri="{FF2B5EF4-FFF2-40B4-BE49-F238E27FC236}">
                <a16:creationId xmlns:a16="http://schemas.microsoft.com/office/drawing/2014/main" id="{EA950432-616C-E6E7-28AF-6DB4FB07C463}"/>
              </a:ext>
            </a:extLst>
          </p:cNvPr>
          <p:cNvCxnSpPr>
            <a:cxnSpLocks/>
            <a:stCxn id="49" idx="2"/>
            <a:endCxn id="4" idx="0"/>
          </p:cNvCxnSpPr>
          <p:nvPr/>
        </p:nvCxnSpPr>
        <p:spPr>
          <a:xfrm flipH="1">
            <a:off x="4036895" y="1914081"/>
            <a:ext cx="1330891" cy="37862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D3828CC-2A6B-5AA4-71E4-3AD9196D665E}"/>
              </a:ext>
            </a:extLst>
          </p:cNvPr>
          <p:cNvSpPr txBox="1"/>
          <p:nvPr/>
        </p:nvSpPr>
        <p:spPr>
          <a:xfrm>
            <a:off x="630270" y="2246534"/>
            <a:ext cx="920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ISystem</a:t>
            </a:r>
          </a:p>
        </p:txBody>
      </p:sp>
      <p:cxnSp>
        <p:nvCxnSpPr>
          <p:cNvPr id="61" name="직선 화살표 연결선 110">
            <a:extLst>
              <a:ext uri="{FF2B5EF4-FFF2-40B4-BE49-F238E27FC236}">
                <a16:creationId xmlns:a16="http://schemas.microsoft.com/office/drawing/2014/main" id="{A9C46670-DC79-5D5E-7447-2986A78D1763}"/>
              </a:ext>
            </a:extLst>
          </p:cNvPr>
          <p:cNvCxnSpPr>
            <a:cxnSpLocks/>
            <a:stCxn id="60" idx="2"/>
            <a:endCxn id="8" idx="0"/>
          </p:cNvCxnSpPr>
          <p:nvPr/>
        </p:nvCxnSpPr>
        <p:spPr>
          <a:xfrm>
            <a:off x="1090633" y="2523533"/>
            <a:ext cx="624904" cy="5791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BA21212-0A01-BD42-5481-436EA8524FB3}"/>
              </a:ext>
            </a:extLst>
          </p:cNvPr>
          <p:cNvSpPr txBox="1"/>
          <p:nvPr/>
        </p:nvSpPr>
        <p:spPr>
          <a:xfrm>
            <a:off x="3421680" y="3982132"/>
            <a:ext cx="920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IWork</a:t>
            </a:r>
          </a:p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IGraph</a:t>
            </a:r>
            <a:endParaRPr lang="ko-KR" altLang="en-US" sz="1200" dirty="0"/>
          </a:p>
        </p:txBody>
      </p:sp>
      <p:cxnSp>
        <p:nvCxnSpPr>
          <p:cNvPr id="71" name="직선 화살표 연결선 110">
            <a:extLst>
              <a:ext uri="{FF2B5EF4-FFF2-40B4-BE49-F238E27FC236}">
                <a16:creationId xmlns:a16="http://schemas.microsoft.com/office/drawing/2014/main" id="{693769D1-19CA-A33F-5A3E-C3B9C839D2B7}"/>
              </a:ext>
            </a:extLst>
          </p:cNvPr>
          <p:cNvCxnSpPr>
            <a:cxnSpLocks/>
            <a:stCxn id="70" idx="2"/>
            <a:endCxn id="14" idx="0"/>
          </p:cNvCxnSpPr>
          <p:nvPr/>
        </p:nvCxnSpPr>
        <p:spPr>
          <a:xfrm>
            <a:off x="3882043" y="4443797"/>
            <a:ext cx="324772" cy="7083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3CB38A-6873-4CAF-7318-403F9ADA5D9D}"/>
              </a:ext>
            </a:extLst>
          </p:cNvPr>
          <p:cNvSpPr txBox="1"/>
          <p:nvPr/>
        </p:nvSpPr>
        <p:spPr>
          <a:xfrm>
            <a:off x="1742483" y="2243207"/>
            <a:ext cx="920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IFlow</a:t>
            </a:r>
          </a:p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IGraph</a:t>
            </a:r>
            <a:endParaRPr lang="ko-KR" altLang="en-US" sz="1200" dirty="0"/>
          </a:p>
        </p:txBody>
      </p:sp>
      <p:cxnSp>
        <p:nvCxnSpPr>
          <p:cNvPr id="9" name="직선 화살표 연결선 110">
            <a:extLst>
              <a:ext uri="{FF2B5EF4-FFF2-40B4-BE49-F238E27FC236}">
                <a16:creationId xmlns:a16="http://schemas.microsoft.com/office/drawing/2014/main" id="{19B2BEDA-938A-49B9-01B4-60B740774D1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2202846" y="2704872"/>
            <a:ext cx="762501" cy="39778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1606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9FC9F-0F70-BE4D-08C5-C8FA64BD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Guid</a:t>
            </a:r>
            <a:r>
              <a:rPr lang="en-US" altLang="ko-KR" dirty="0"/>
              <a:t> </a:t>
            </a:r>
            <a:r>
              <a:rPr lang="ko-KR" altLang="en-US" dirty="0"/>
              <a:t>사용시 고려사항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FDFF6F-89F8-B588-3C5F-4785ACFC3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3570" y="1825625"/>
                <a:ext cx="5540229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</a:t>
                </a:r>
                <a:r>
                  <a:rPr lang="en-US" altLang="ko-KR" sz="1600" dirty="0" err="1"/>
                  <a:t>Guid</a:t>
                </a:r>
                <a:r>
                  <a:rPr lang="en-US" altLang="ko-KR" sz="1600" dirty="0"/>
                  <a:t> 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기존 개념상 </a:t>
                </a:r>
                <a:r>
                  <a:rPr lang="en-US" altLang="ko-KR" sz="1600" dirty="0"/>
                  <a:t>Call 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Call m </a:t>
                </a:r>
                <a:r>
                  <a:rPr lang="ko-KR" altLang="en-US" sz="1600" dirty="0"/>
                  <a:t>에 대한 </a:t>
                </a:r>
                <a:r>
                  <a:rPr lang="en-US" altLang="ko-KR" sz="1600" dirty="0" err="1"/>
                  <a:t>Guid</a:t>
                </a:r>
                <a:r>
                  <a:rPr lang="en-US" altLang="ko-KR" sz="1600" dirty="0"/>
                  <a:t> n</a:t>
                </a:r>
              </a:p>
              <a:p>
                <a:endParaRPr lang="ko-KR" altLang="en-US" sz="1600" dirty="0"/>
              </a:p>
              <a:p>
                <a:r>
                  <a:rPr lang="ko-KR" altLang="en-US" sz="1600" dirty="0"/>
                  <a:t>장점</a:t>
                </a:r>
                <a:endParaRPr lang="en-US" altLang="ko-KR" sz="1600" dirty="0"/>
              </a:p>
              <a:p>
                <a:pPr lvl="1"/>
                <a:r>
                  <a:rPr lang="en-US" altLang="ko-KR" sz="1400" dirty="0"/>
                  <a:t>Graph </a:t>
                </a:r>
                <a:r>
                  <a:rPr lang="ko-KR" altLang="en-US" sz="1400" dirty="0"/>
                  <a:t>상의 </a:t>
                </a:r>
                <a:r>
                  <a:rPr lang="en-US" altLang="ko-KR" sz="1400" dirty="0" err="1"/>
                  <a:t>uniq</a:t>
                </a:r>
                <a:r>
                  <a:rPr lang="en-US" altLang="ko-KR" sz="1400" dirty="0"/>
                  <a:t> vertex</a:t>
                </a:r>
              </a:p>
              <a:p>
                <a:r>
                  <a:rPr lang="ko-KR" altLang="en-US" sz="1600" dirty="0"/>
                  <a:t>단점</a:t>
                </a:r>
                <a:endParaRPr lang="en-US" altLang="ko-KR" sz="1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sz="1400" dirty="0"/>
                  <a:t>정시</a:t>
                </a:r>
                <a:r>
                  <a:rPr lang="en-US" altLang="ko-KR" sz="1400" dirty="0"/>
                  <a:t>?</a:t>
                </a:r>
                <a:r>
                  <a:rPr lang="ko-KR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모두 찾아 수정</a:t>
                </a:r>
                <a:r>
                  <a:rPr lang="en-US" altLang="ko-KR" sz="1400" dirty="0"/>
                  <a:t>? (</a:t>
                </a:r>
                <a:r>
                  <a:rPr lang="ko-KR" altLang="en-US" sz="1400" dirty="0"/>
                  <a:t>불가</a:t>
                </a:r>
                <a:r>
                  <a:rPr lang="en-US" altLang="ko-KR" sz="1400" dirty="0"/>
                  <a:t>?)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sz="1400" dirty="0"/>
                  <a:t>정시</a:t>
                </a:r>
                <a:r>
                  <a:rPr lang="en-US" altLang="ko-KR" sz="1400" dirty="0"/>
                  <a:t>?</a:t>
                </a:r>
                <a:r>
                  <a:rPr lang="ko-KR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모두 찾아 수정</a:t>
                </a:r>
                <a:r>
                  <a:rPr lang="en-US" altLang="ko-KR" sz="1400" dirty="0"/>
                  <a:t>? (</a:t>
                </a:r>
                <a:r>
                  <a:rPr lang="ko-KR" altLang="en-US" sz="1400" dirty="0"/>
                  <a:t>불가</a:t>
                </a:r>
                <a:r>
                  <a:rPr lang="en-US" altLang="ko-KR" sz="1400" dirty="0"/>
                  <a:t>?)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safety </a:t>
                </a:r>
                <a:r>
                  <a:rPr lang="ko-KR" altLang="en-US" sz="1400" dirty="0"/>
                  <a:t>조건이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sz="1400" dirty="0"/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ko-KR" altLang="en-US" sz="1400" dirty="0"/>
                  <a:t> 모든 </a:t>
                </a:r>
                <a:r>
                  <a:rPr lang="en-US" altLang="ko-KR" sz="1400" dirty="0"/>
                  <a:t>G </a:t>
                </a:r>
                <a:r>
                  <a:rPr lang="ko-KR" altLang="en-US" sz="1400" dirty="0"/>
                  <a:t>찾아서 기입</a:t>
                </a:r>
                <a:r>
                  <a:rPr lang="en-US" altLang="ko-KR" sz="1400" dirty="0"/>
                  <a:t>?</a:t>
                </a:r>
                <a:endParaRPr lang="ko-KR" altLang="en-US" sz="1400" dirty="0"/>
              </a:p>
              <a:p>
                <a:pPr lvl="1"/>
                <a:endParaRPr lang="ko-KR" altLang="en-US" sz="1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FDFF6F-89F8-B588-3C5F-4785ACFC3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3570" y="1825625"/>
                <a:ext cx="5540229" cy="4351338"/>
              </a:xfrm>
              <a:blipFill>
                <a:blip r:embed="rId2"/>
                <a:stretch>
                  <a:fillRect l="-441" t="-980" r="-1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0EB764A0-0845-F35E-5661-3AD0F8A2C78D}"/>
                  </a:ext>
                </a:extLst>
              </p:cNvPr>
              <p:cNvSpPr/>
              <p:nvPr/>
            </p:nvSpPr>
            <p:spPr>
              <a:xfrm>
                <a:off x="1430323" y="2369890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0EB764A0-0845-F35E-5661-3AD0F8A2C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23" y="2369890"/>
                <a:ext cx="1149292" cy="58303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0CF2438-FE41-B908-6707-B46D7A50EEBC}"/>
                  </a:ext>
                </a:extLst>
              </p:cNvPr>
              <p:cNvSpPr/>
              <p:nvPr/>
            </p:nvSpPr>
            <p:spPr>
              <a:xfrm>
                <a:off x="3449273" y="2369889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0CF2438-FE41-B908-6707-B46D7A50EE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273" y="2369889"/>
                <a:ext cx="1149292" cy="58303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94D4251-7CF7-BC5F-D071-CFF0E5D33150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2579615" y="2661407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0ECA3186-BFFB-1649-8009-197D9190802A}"/>
                  </a:ext>
                </a:extLst>
              </p:cNvPr>
              <p:cNvSpPr/>
              <p:nvPr/>
            </p:nvSpPr>
            <p:spPr>
              <a:xfrm>
                <a:off x="1430323" y="3429001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0ECA3186-BFFB-1649-8009-197D91908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23" y="3429001"/>
                <a:ext cx="1149292" cy="58303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DD17FCD-9D6C-2DDD-B55C-4592A14B2083}"/>
                  </a:ext>
                </a:extLst>
              </p:cNvPr>
              <p:cNvSpPr/>
              <p:nvPr/>
            </p:nvSpPr>
            <p:spPr>
              <a:xfrm>
                <a:off x="3449273" y="3429000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DD17FCD-9D6C-2DDD-B55C-4592A14B2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273" y="3429000"/>
                <a:ext cx="1149292" cy="58303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ACDFB1C-228F-140B-7B60-B94EA04F8226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2579615" y="3720518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5434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PRESENTATION" val="{&#10;  &quot;Platform&quot;: {&#10;    &quot;Case&quot;: &quot;XGI&quot;&#10;  },&#10;  &quot;IoPlatform&quot;: {&#10;    &quot;Case&quot;: &quot;XGI&quot;&#10;  },&#10;  &quot;ApiSpecs&quot;: {},&#10;  &quot;IsSupportExportApi&quot;: false,&#10;  &quot;TranspileInfo&quot;: null,&#10;  &quot;OptPlcHw&quot;: {&#10;    &quot;Case&quot;: &quot;Some&quot;,&#10;    &quot;Fields&quot;: [&#10;      {&#10;        &quot;PLCType&quot;: {&#10;          &quot;Case&quot;: &quot;XGI&quot;&#10;        },&#10;        &quot;Bases&quot;: [&#10;          null,&#10;          null,&#10;          null,&#10;          null,&#10;          null,&#10;          null,&#10;          null,&#10;          null&#10;        ],&#10;        &quot;StartFreeMWord&quot;: 1000,&#10;        &quot;FreeMWordSize&quot;: 1000,&#10;        &quot;IsFixedSlotAllocation&quot;: true,&#10;        &quot;NumTotalUsedSlot&quot;: 0&#10;      }&#10;    ]&#10;  },&#10;  &quot;ButtonLamps&quot;: [],&#10;  &quot;Identifiers&quot;: [],&#10;  &quot;IsUsing3D&quot;: false,&#10;  &quot;IsSaveLog&quot;: false,&#10;  &quot;ActionTimeout&quot;: 2000,&#10;  &quot;SimulationSpeedMultiplier&quot;: 1,&#10;  &quot;XgxGenerationParameters&quot;: {&#10;    &quot;ExistingLSISprj&quot;: &quot;&quot;,&#10;    &quot;StartTimer&quot;: 0,&#10;    &quot;StartCounter&quot;: 0,&#10;    &quot;StartMemory&quot;: 0,&#10;    &quot;EnableXmlComment&quot;: true,&#10;    &quot;MaxPouSplit&quot;: 0&#10;  },&#10;  &quot;UserConfirmedLoadDevices&quot;: [],&#10;  &quot;GuessedLoadDevices&quot;: []&#10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ApiSpecs&quot;: {},&#10;  &quot;UserConfirmedLoadDevices&quot;: [],&#10;  &quot;GuessedLoadDevices&quot;: [],&#10;  &quot;UseMacroExapnsion&quot;: false,&#10;  &quot;MacroExpansions&quot;: {}&#10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</TotalTime>
  <Words>686</Words>
  <Application>Microsoft Office PowerPoint</Application>
  <PresentationFormat>와이드스크린</PresentationFormat>
  <Paragraphs>163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Cambria Math</vt:lpstr>
      <vt:lpstr>Cascadia Mono</vt:lpstr>
      <vt:lpstr>Wingdings</vt:lpstr>
      <vt:lpstr>Office Theme</vt:lpstr>
      <vt:lpstr>DSEV2</vt:lpstr>
      <vt:lpstr>Dll hierarchies</vt:lpstr>
      <vt:lpstr>Dll hierarchies (serialization)</vt:lpstr>
      <vt:lpstr>Serialization</vt:lpstr>
      <vt:lpstr>Json serialize 유의사항</vt:lpstr>
      <vt:lpstr>AAS Json vs 일반 Json</vt:lpstr>
      <vt:lpstr>Class Hierarchy</vt:lpstr>
      <vt:lpstr>Guid 사용시 고려사항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kwak dual</dc:creator>
  <cp:lastModifiedBy>kwak dual</cp:lastModifiedBy>
  <cp:revision>41</cp:revision>
  <dcterms:created xsi:type="dcterms:W3CDTF">2025-01-29T00:56:39Z</dcterms:created>
  <dcterms:modified xsi:type="dcterms:W3CDTF">2025-02-04T06:37:40Z</dcterms:modified>
</cp:coreProperties>
</file>