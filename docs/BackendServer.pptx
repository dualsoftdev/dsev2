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B8D6-C5FA-2ACE-042A-2E3F0E140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DD992-C141-E73F-40EC-293EA1A7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DB992-E926-8052-498C-360B51C3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41249-9E21-1085-7402-EFD10499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201C3-D733-CBF1-88F5-7514FD33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11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F76D-2893-CCF2-8126-DFAD789F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995C-2902-1948-8B0F-F34579BE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DD48F-2762-1136-2D99-2F906EA5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A4F00-9C09-E5F6-3637-F5DD873F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9CB3-51AF-4F20-7511-6E68896D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616C-6256-7FB8-B0A3-5326987A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63E8D-E9A3-6927-3351-64C8D3D9F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64FE-79DE-4D8C-B452-6C771F7D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1663-1075-0550-2D03-676A680F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E1F4E-8127-F695-9038-40008FD4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63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685-EFE0-9B4C-CB0B-D75330C1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5D96-69B7-BD4F-F5CE-5A4A4C8CD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2B8AB-D5A8-B160-2F6F-87F838ED2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9E466-3675-99FA-0FE6-97CEF548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EA600-DB2A-6FD1-6BA8-7A282222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FE977-A685-1BBC-34FA-0252D1A9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10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32B2-3E64-E1E2-CA44-F8346C9F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6912-2FEC-E101-01FA-144C3B7A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191FD-F09F-5BC7-70C1-A3B7CA79E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52BFD-3C50-E596-3A7D-CC6AA8D4C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5D29E-C693-5C24-33E1-3ACE96526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EEB7A-0EDD-081B-7C7A-D56172D5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2C36F-F59A-A5B6-A7A4-F0670336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11977-342D-F028-21FB-DC51A0B4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44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F47F-DE39-A372-1235-6210DE07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34F20-13D6-508B-25DB-2D7C5AF0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C37F2-0539-371F-3BC8-24FF8C59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B45E5-393F-61B7-1A83-C5874805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EE18-5F9A-3DF4-F4E9-C0CD2F1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7A3A8-396A-099A-20AD-1E2A7725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3993C-A72F-935E-CE4E-BD7AD30B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06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A468-B10D-7876-AFAB-10DF51FD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643D-AD57-4CB6-0333-E2E4D3DAB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D06D8-9189-0C8C-5AB8-87132C8CE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E8118-33D4-E61E-E7E4-74DAAEB4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0FDF-81C6-BFA1-4FD3-2AC6BA1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689D8-D576-E799-6CE4-4CE7068D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77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2B97-E7AA-5B65-96F9-D86F4215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B2D43-DDC9-DE42-0DEC-5E1F86596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4800F-DC4D-834E-3709-5FB6891E3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0D01E-44B0-2EF9-B9C3-1F824DC1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4DA6A-A82E-DE1B-AE3B-55858F6E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A7EA8-BE2D-95D8-02D1-64A88900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0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0A1B-7B6A-0797-8514-93586753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95835-7C4F-AF8C-3291-1BC03903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ED6F-F9BB-0983-078D-F12B01D3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F573-5063-7734-560F-31AE6EEF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DDDA-4CE9-AA94-A86C-B7835E49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33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D1CE5-EFD1-0C94-C3A9-546D514AB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193CC-08BE-EE89-1661-15AF23EE1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319A-41C6-1339-917C-8705D6FF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F203-D4DF-D452-B6B4-ABD2BB35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D99A-8FD3-5ED1-4F7A-9B11C3CB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7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F6187-7AB6-23F2-E971-547C9F6F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A365C-9271-8898-B49E-B164E639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3BBF-7093-026C-0C4A-0E6001D1E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D351-62D2-36CD-6EE4-B20E27918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E53B-BE69-1F33-5BF7-12D25B31C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44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252E-4447-D1D9-8984-9A2F84F55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Backend</a:t>
            </a:r>
            <a:r>
              <a:rPr lang="ko-KR" altLang="en-US" dirty="0"/>
              <a:t> </a:t>
            </a:r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09F68-250C-5076-F669-DB0CCD53C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Draft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11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9E57-77AB-1BE6-DD9A-31DCB884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 요소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1BCB-C00C-8F54-33E0-78C4B4AB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DS Runtime</a:t>
            </a:r>
          </a:p>
          <a:p>
            <a:r>
              <a:rPr lang="en-US" altLang="ko-KR" dirty="0"/>
              <a:t>Third party</a:t>
            </a:r>
          </a:p>
          <a:p>
            <a:pPr lvl="1"/>
            <a:r>
              <a:rPr lang="en-US" altLang="ko-KR" dirty="0"/>
              <a:t>AAS package explorer, AasCore.Aas3_0 </a:t>
            </a:r>
            <a:r>
              <a:rPr lang="en-US" altLang="ko-KR" dirty="0" err="1"/>
              <a:t>Nuget</a:t>
            </a:r>
            <a:r>
              <a:rPr lang="ko-KR" altLang="en-US" dirty="0"/>
              <a:t> </a:t>
            </a:r>
            <a:r>
              <a:rPr lang="en-US" altLang="ko-KR" dirty="0"/>
              <a:t>package</a:t>
            </a:r>
          </a:p>
          <a:p>
            <a:pPr lvl="1"/>
            <a:r>
              <a:rPr lang="en-US" altLang="ko-KR" dirty="0"/>
              <a:t>OPC Server</a:t>
            </a:r>
          </a:p>
          <a:p>
            <a:pPr lvl="1"/>
            <a:r>
              <a:rPr lang="en-US" altLang="ko-KR" dirty="0"/>
              <a:t>Redis / </a:t>
            </a:r>
            <a:r>
              <a:rPr lang="en-US" altLang="ko-KR" dirty="0" err="1"/>
              <a:t>Memurai</a:t>
            </a:r>
            <a:r>
              <a:rPr lang="en-US" altLang="ko-KR" dirty="0"/>
              <a:t> (https://www.memurai.com)</a:t>
            </a:r>
          </a:p>
          <a:p>
            <a:pPr lvl="1"/>
            <a:r>
              <a:rPr lang="en-US" altLang="ko-KR" dirty="0"/>
              <a:t>Database (PostgreSQL Server 17)</a:t>
            </a:r>
          </a:p>
          <a:p>
            <a:pPr lvl="1"/>
            <a:r>
              <a:rPr lang="ko-KR" altLang="en-US" dirty="0"/>
              <a:t>기타 </a:t>
            </a:r>
            <a:r>
              <a:rPr lang="en-US" altLang="ko-KR" dirty="0"/>
              <a:t>open source </a:t>
            </a:r>
            <a:r>
              <a:rPr lang="en-US" altLang="ko-KR" dirty="0" err="1"/>
              <a:t>nuget</a:t>
            </a:r>
            <a:r>
              <a:rPr lang="en-US" altLang="ko-KR" dirty="0"/>
              <a:t> packages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8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BFE1-6936-41B7-2126-A6FFF374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Backend service </a:t>
            </a:r>
            <a:r>
              <a:rPr lang="ko-KR" altLang="en-US" dirty="0"/>
              <a:t>개요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38812-6AF9-6195-1B3A-96A59CE57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81" y="2584194"/>
            <a:ext cx="2411881" cy="1541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786BB7-FAB2-201F-6B0D-FAF521828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53" y="2080604"/>
            <a:ext cx="1570628" cy="928227"/>
          </a:xfrm>
          <a:prstGeom prst="rect">
            <a:avLst/>
          </a:prstGeom>
        </p:spPr>
      </p:pic>
      <p:pic>
        <p:nvPicPr>
          <p:cNvPr id="9" name="Picture 8" descr="A blue elephant logo with black text&#10;&#10;AI-generated content may be incorrect.">
            <a:extLst>
              <a:ext uri="{FF2B5EF4-FFF2-40B4-BE49-F238E27FC236}">
                <a16:creationId xmlns:a16="http://schemas.microsoft.com/office/drawing/2014/main" id="{93B12908-E17E-C46B-FF51-96A3BF906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40" y="840115"/>
            <a:ext cx="1821895" cy="11819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D3BBB6-FDC5-C1A9-F5AF-869E7457ABE3}"/>
              </a:ext>
            </a:extLst>
          </p:cNvPr>
          <p:cNvCxnSpPr>
            <a:cxnSpLocks/>
          </p:cNvCxnSpPr>
          <p:nvPr/>
        </p:nvCxnSpPr>
        <p:spPr>
          <a:xfrm flipV="1">
            <a:off x="7226262" y="1450388"/>
            <a:ext cx="929695" cy="1063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5D84C-F5C3-3D12-9A27-6C9316155257}"/>
              </a:ext>
            </a:extLst>
          </p:cNvPr>
          <p:cNvCxnSpPr>
            <a:cxnSpLocks/>
          </p:cNvCxnSpPr>
          <p:nvPr/>
        </p:nvCxnSpPr>
        <p:spPr>
          <a:xfrm>
            <a:off x="6813182" y="4196828"/>
            <a:ext cx="753631" cy="603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logo of a company&#10;&#10;AI-generated content may be incorrect.">
            <a:extLst>
              <a:ext uri="{FF2B5EF4-FFF2-40B4-BE49-F238E27FC236}">
                <a16:creationId xmlns:a16="http://schemas.microsoft.com/office/drawing/2014/main" id="{CFA532F6-3225-C85D-A8C3-578D53FCB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178" y="2595465"/>
            <a:ext cx="2429706" cy="826731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59E226-197E-0FF5-3AB1-E371D4CF1696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4145807" y="3355187"/>
            <a:ext cx="668574" cy="168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FA67EFAC-8BFD-85CD-B201-A211D0B156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27" y="3218600"/>
            <a:ext cx="782860" cy="782860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999F9-0E27-1867-2BA0-6B9FD5723FA7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097987" y="3274138"/>
            <a:ext cx="310062" cy="335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E8065B-5613-63EB-B446-20519BD04D85}"/>
              </a:ext>
            </a:extLst>
          </p:cNvPr>
          <p:cNvSpPr txBox="1"/>
          <p:nvPr/>
        </p:nvSpPr>
        <p:spPr>
          <a:xfrm>
            <a:off x="5169662" y="2122529"/>
            <a:ext cx="1707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Runtime</a:t>
            </a:r>
            <a:endParaRPr lang="ko-KR" altLang="en-US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81CA4D-414C-050A-1D72-5E1E1BBD8446}"/>
              </a:ext>
            </a:extLst>
          </p:cNvPr>
          <p:cNvSpPr txBox="1"/>
          <p:nvPr/>
        </p:nvSpPr>
        <p:spPr>
          <a:xfrm>
            <a:off x="1408049" y="1664950"/>
            <a:ext cx="1894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DS Editor</a:t>
            </a:r>
            <a:endParaRPr lang="ko-KR" altLang="en-US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7D90C4-1718-A6B8-69EE-8A3730E7E18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7226262" y="3202417"/>
            <a:ext cx="727109" cy="152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7F7AF7-05D9-6D2C-BD92-AF3EA1FF1D70}"/>
              </a:ext>
            </a:extLst>
          </p:cNvPr>
          <p:cNvGrpSpPr/>
          <p:nvPr/>
        </p:nvGrpSpPr>
        <p:grpSpPr>
          <a:xfrm>
            <a:off x="3083722" y="3021647"/>
            <a:ext cx="1697485" cy="714908"/>
            <a:chOff x="3370641" y="3129371"/>
            <a:chExt cx="1697485" cy="714908"/>
          </a:xfrm>
        </p:grpSpPr>
        <p:pic>
          <p:nvPicPr>
            <p:cNvPr id="6" name="Picture 5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0B97521-B719-455D-33BC-5E313BBB7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0641" y="3419445"/>
              <a:ext cx="1062085" cy="4248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61ABC7-FA9A-C403-5C6A-275D53F887B2}"/>
                </a:ext>
              </a:extLst>
            </p:cNvPr>
            <p:cNvSpPr txBox="1"/>
            <p:nvPr/>
          </p:nvSpPr>
          <p:spPr>
            <a:xfrm>
              <a:off x="3370641" y="3129371"/>
              <a:ext cx="169748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단일 파일저장</a:t>
              </a:r>
              <a:r>
                <a:rPr lang="en-US" altLang="ko-KR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(*.</a:t>
              </a:r>
              <a:r>
                <a:rPr lang="en-US" altLang="ko-KR" sz="1200" b="1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json</a:t>
              </a:r>
              <a:r>
                <a:rPr lang="en-US" altLang="ko-KR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)</a:t>
              </a:r>
              <a:endPara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82ACA6-7165-4536-726F-A4E8DD37328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218467" y="3008831"/>
            <a:ext cx="823555" cy="407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5E911F97-C753-5A58-033C-17D6455F5A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57" y="5157612"/>
            <a:ext cx="800340" cy="8003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2920AA-03A5-5B87-0D97-A6B83C8EC15F}"/>
              </a:ext>
            </a:extLst>
          </p:cNvPr>
          <p:cNvSpPr txBox="1"/>
          <p:nvPr/>
        </p:nvSpPr>
        <p:spPr>
          <a:xfrm>
            <a:off x="3083721" y="5032078"/>
            <a:ext cx="16974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단일 파일저장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(*.</a:t>
            </a:r>
            <a:r>
              <a:rPr lang="en-US" altLang="ko-KR" sz="12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aasx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970FF-9538-8D90-371B-3FCD4C138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62" y="4338300"/>
            <a:ext cx="1589065" cy="10179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22195A-92D2-C354-5DC8-AD5784DB78D5}"/>
              </a:ext>
            </a:extLst>
          </p:cNvPr>
          <p:cNvSpPr txBox="1"/>
          <p:nvPr/>
        </p:nvSpPr>
        <p:spPr>
          <a:xfrm>
            <a:off x="1315876" y="4026974"/>
            <a:ext cx="2616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AASX package explorer</a:t>
            </a:r>
            <a:endParaRPr lang="ko-KR" altLang="en-US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C5AFE-561F-9034-DB9C-53A0CE9920C5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932464" y="4196251"/>
            <a:ext cx="848742" cy="8358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97E4BB75-442D-370A-0FF9-64D2F11DE4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2227" y="4978837"/>
            <a:ext cx="1842288" cy="560093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951330-2590-B036-5410-8DE9B852E47C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1097987" y="3610030"/>
            <a:ext cx="335166" cy="4169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28DF8FF-6684-514D-112F-AC8F66F9232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213795" y="5356206"/>
            <a:ext cx="1050665" cy="244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12151803-EAB4-9A0D-04B9-FFFB53A6E5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4096" y="4467419"/>
            <a:ext cx="1659743" cy="1133332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0A920B0-05F8-D125-D4C2-8DD86D6EB3DE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8941482" y="3416532"/>
            <a:ext cx="1282614" cy="16175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7E37090B-42D0-254A-0E1F-8B34950D95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6878" y="6088110"/>
            <a:ext cx="1837637" cy="6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8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E654-C741-53E6-3E70-EEE4034D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Actuator </a:t>
            </a:r>
            <a:r>
              <a:rPr lang="ko-KR" altLang="en-US" dirty="0"/>
              <a:t>매핑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B26473-B5BA-ED2F-BE62-3B28D8A6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26" y="1809749"/>
            <a:ext cx="1959474" cy="1209675"/>
          </a:xfrm>
          <a:prstGeom prst="rect">
            <a:avLst/>
          </a:prstGeom>
        </p:spPr>
      </p:pic>
      <p:pic>
        <p:nvPicPr>
          <p:cNvPr id="27" name="Picture 26" descr="A metal object with screws&#10;&#10;AI-generated content may be incorrect.">
            <a:extLst>
              <a:ext uri="{FF2B5EF4-FFF2-40B4-BE49-F238E27FC236}">
                <a16:creationId xmlns:a16="http://schemas.microsoft.com/office/drawing/2014/main" id="{1EF0CD6F-6760-074F-202C-302B9C678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1754187"/>
            <a:ext cx="1428750" cy="11906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AB7AD3-266A-D9D1-6C18-5B085640D9CA}"/>
              </a:ext>
            </a:extLst>
          </p:cNvPr>
          <p:cNvSpPr txBox="1"/>
          <p:nvPr/>
        </p:nvSpPr>
        <p:spPr>
          <a:xfrm>
            <a:off x="615950" y="3429000"/>
            <a:ext cx="29722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IRI:</a:t>
            </a:r>
            <a:r>
              <a:rPr lang="ko-KR" altLang="en-US" dirty="0"/>
              <a:t> </a:t>
            </a:r>
            <a:r>
              <a:rPr lang="en-US" altLang="ko-KR" dirty="0"/>
              <a:t>…cyl1507</a:t>
            </a:r>
          </a:p>
          <a:p>
            <a:r>
              <a:rPr lang="en-US" altLang="ko-KR" dirty="0" err="1"/>
              <a:t>TypeGuid</a:t>
            </a:r>
            <a:endParaRPr lang="en-US" altLang="ko-KR" dirty="0"/>
          </a:p>
          <a:p>
            <a:r>
              <a:rPr lang="ko-KR" altLang="en-US" dirty="0"/>
              <a:t>구동 축 </a:t>
            </a:r>
            <a:r>
              <a:rPr lang="en-US" altLang="ko-KR" dirty="0"/>
              <a:t>: 1</a:t>
            </a:r>
            <a:r>
              <a:rPr lang="ko-KR" altLang="en-US" dirty="0"/>
              <a:t>개 </a:t>
            </a:r>
            <a:r>
              <a:rPr lang="en-US" altLang="ko-KR" dirty="0"/>
              <a:t>(j0)</a:t>
            </a:r>
          </a:p>
          <a:p>
            <a:r>
              <a:rPr lang="ko-KR" altLang="en-US" dirty="0"/>
              <a:t>신호</a:t>
            </a:r>
            <a:r>
              <a:rPr lang="en-US" altLang="ko-KR" dirty="0"/>
              <a:t>: </a:t>
            </a:r>
            <a:r>
              <a:rPr lang="ko-KR" altLang="en-US" dirty="0"/>
              <a:t>전</a:t>
            </a:r>
            <a:r>
              <a:rPr lang="en-US" altLang="ko-KR" dirty="0"/>
              <a:t>/</a:t>
            </a:r>
            <a:r>
              <a:rPr lang="ko-KR" altLang="en-US" dirty="0"/>
              <a:t>후진 각각 입</a:t>
            </a:r>
            <a:r>
              <a:rPr lang="en-US" altLang="ko-KR" dirty="0"/>
              <a:t>/</a:t>
            </a:r>
            <a:r>
              <a:rPr lang="ko-KR" altLang="en-US" dirty="0"/>
              <a:t>출력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49A17F-3F2C-554E-81F0-47939AE51904}"/>
              </a:ext>
            </a:extLst>
          </p:cNvPr>
          <p:cNvSpPr txBox="1"/>
          <p:nvPr/>
        </p:nvSpPr>
        <p:spPr>
          <a:xfrm>
            <a:off x="8191500" y="3270250"/>
            <a:ext cx="1965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IRI:</a:t>
            </a:r>
            <a:r>
              <a:rPr lang="ko-KR" altLang="en-US" dirty="0"/>
              <a:t> </a:t>
            </a:r>
            <a:r>
              <a:rPr lang="en-US" altLang="ko-KR" dirty="0"/>
              <a:t>…cyl1507</a:t>
            </a:r>
          </a:p>
          <a:p>
            <a:r>
              <a:rPr lang="en-US" altLang="ko-KR" dirty="0" err="1"/>
              <a:t>TypeGuid</a:t>
            </a:r>
            <a:endParaRPr lang="en-US" altLang="ko-KR" dirty="0"/>
          </a:p>
          <a:p>
            <a:r>
              <a:rPr lang="ko-KR" altLang="en-US" dirty="0"/>
              <a:t>구동 축 </a:t>
            </a:r>
            <a:r>
              <a:rPr lang="en-US" altLang="ko-KR" dirty="0"/>
              <a:t>: 1</a:t>
            </a:r>
            <a:r>
              <a:rPr lang="ko-KR" altLang="en-US" dirty="0"/>
              <a:t>개 </a:t>
            </a:r>
            <a:r>
              <a:rPr lang="en-US" altLang="ko-KR" dirty="0"/>
              <a:t>(j0)</a:t>
            </a:r>
          </a:p>
          <a:p>
            <a:r>
              <a:rPr lang="ko-KR" altLang="en-US" dirty="0"/>
              <a:t>모션 </a:t>
            </a:r>
            <a:r>
              <a:rPr lang="en-US" altLang="ko-KR" dirty="0"/>
              <a:t>: </a:t>
            </a:r>
            <a:r>
              <a:rPr lang="ko-KR" altLang="en-US" dirty="0"/>
              <a:t>전진</a:t>
            </a:r>
            <a:r>
              <a:rPr lang="en-US" altLang="ko-KR" dirty="0"/>
              <a:t>, </a:t>
            </a:r>
            <a:r>
              <a:rPr lang="ko-KR" altLang="en-US" dirty="0"/>
              <a:t>후진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C85EBF-D611-9E45-41A9-8EFD66A23F71}"/>
              </a:ext>
            </a:extLst>
          </p:cNvPr>
          <p:cNvSpPr txBox="1"/>
          <p:nvPr/>
        </p:nvSpPr>
        <p:spPr>
          <a:xfrm>
            <a:off x="4893165" y="3095765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…cyl1507/j0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02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3C57-B1E3-6ADE-4240-52DF6B4A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Redis </a:t>
            </a:r>
            <a:r>
              <a:rPr lang="ko-KR" altLang="en-US" dirty="0"/>
              <a:t>와 정보교환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C29991D4-952E-C950-409E-FAE7F46F6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88" y="3372292"/>
            <a:ext cx="2429706" cy="826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1DAFB9-0387-1280-7776-43533D3F5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99" y="2238960"/>
            <a:ext cx="1659743" cy="113333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3794ED-92E9-B836-CD71-0D7B02D6C05F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651781" y="2805626"/>
            <a:ext cx="980918" cy="9800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FD552E-0B2F-EDE0-3CDD-A043EB1ABF46}"/>
              </a:ext>
            </a:extLst>
          </p:cNvPr>
          <p:cNvSpPr txBox="1"/>
          <p:nvPr/>
        </p:nvSpPr>
        <p:spPr>
          <a:xfrm>
            <a:off x="7637608" y="2954660"/>
            <a:ext cx="42322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Pull: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전체 모든 </a:t>
            </a:r>
            <a:r>
              <a:rPr lang="en-US" altLang="ko-KR" sz="1600" dirty="0"/>
              <a:t>device </a:t>
            </a:r>
            <a:r>
              <a:rPr lang="ko-KR" altLang="en-US" sz="1600" dirty="0"/>
              <a:t>의 현재 </a:t>
            </a:r>
            <a:r>
              <a:rPr lang="en-US" altLang="ko-KR" sz="1600" dirty="0"/>
              <a:t>joint </a:t>
            </a:r>
            <a:r>
              <a:rPr lang="ko-KR" altLang="en-US" sz="1600" dirty="0"/>
              <a:t>상태값 조회</a:t>
            </a:r>
            <a:endParaRPr lang="en-US" altLang="ko-KR" sz="1600" dirty="0"/>
          </a:p>
          <a:p>
            <a:r>
              <a:rPr lang="en-US" altLang="ko-KR" sz="160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Push: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개별 </a:t>
            </a:r>
            <a:r>
              <a:rPr lang="en-US" altLang="ko-KR" sz="1600" dirty="0"/>
              <a:t>device </a:t>
            </a:r>
            <a:r>
              <a:rPr lang="ko-KR" altLang="en-US" sz="1600" dirty="0"/>
              <a:t>의 </a:t>
            </a:r>
            <a:r>
              <a:rPr lang="en-US" altLang="ko-KR" sz="1600" dirty="0"/>
              <a:t>joint </a:t>
            </a:r>
            <a:r>
              <a:rPr lang="ko-KR" altLang="en-US" sz="1600" dirty="0"/>
              <a:t>상태 변경시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안</a:t>
            </a:r>
            <a:r>
              <a:rPr lang="en-US" altLang="ko-KR" sz="1600" dirty="0"/>
              <a:t>1: </a:t>
            </a:r>
            <a:r>
              <a:rPr lang="ko-KR" altLang="en-US" sz="1600" dirty="0"/>
              <a:t>상태 완료시만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안</a:t>
            </a:r>
            <a:r>
              <a:rPr lang="en-US" altLang="ko-KR" sz="1600" dirty="0"/>
              <a:t>2: </a:t>
            </a:r>
            <a:r>
              <a:rPr lang="ko-KR" altLang="en-US" sz="1600" dirty="0"/>
              <a:t>상태 완료 및 천이 시작 시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9355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153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Backend server</vt:lpstr>
      <vt:lpstr>구성 요소</vt:lpstr>
      <vt:lpstr>Backend service 개요</vt:lpstr>
      <vt:lpstr>Actuator 매핑</vt:lpstr>
      <vt:lpstr>Redis 와 정보교환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곽 종근</dc:creator>
  <cp:lastModifiedBy>kwak dual</cp:lastModifiedBy>
  <cp:revision>36</cp:revision>
  <dcterms:created xsi:type="dcterms:W3CDTF">2025-06-27T06:09:16Z</dcterms:created>
  <dcterms:modified xsi:type="dcterms:W3CDTF">2025-07-17T04:19:47Z</dcterms:modified>
</cp:coreProperties>
</file>