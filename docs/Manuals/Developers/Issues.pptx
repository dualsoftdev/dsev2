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19AC2-0844-7D17-4586-D76770BCA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DC5B58-B68F-919E-9AF9-31728CA4E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88ED2-F3E2-6F56-D3C4-CDBDCBE1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0ADBE-9811-EED5-D399-81FCE2BE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BD578-298B-9FC4-966F-D632B8D8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20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D71B1-3484-A517-2FA3-0ACE3AB6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3B640E-AAD5-F679-11EB-7D68E8560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7771CF-F486-C060-5B45-88BBE968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2DF3C-C858-2C12-5E01-6968C4CD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93F394-A3E4-2BEA-F24A-D02CFBFA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38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7E795-92B5-3501-2C11-F12DCBAF6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E48142-FE88-DB86-AA9F-1E4DD4FFC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EB2279-203C-D992-CE47-9BD77FABA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AAC3C6-1B18-FC98-7EB8-03E6DA3F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A3BDA1-8F83-334A-A49D-C09F7851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94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DB645-F99F-9872-5F01-8EBA7148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C224-CDA9-F4CC-F62D-24BB7FA32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75EA40-8ABE-EE7D-934A-8F8B6EB83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B7F330-AEC9-6252-0ABF-7DCFF2A17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24C5B2-4CB8-4E19-6B68-9B94C606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6AF841-9EF9-F88B-E1D9-A5EFB21F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53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4F77D-2162-73A5-F846-4C4EF82B5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189FE4-A0DA-025B-43DF-910DCBD16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023516-8CB7-F4E7-9686-B1CFE3DBA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91EB6B-B7BC-8916-F3E0-1D39C969E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18B2FA-DAAB-2FB1-9310-ED916CB1E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B77E8B-6081-E00B-E6E9-A9973AC1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F20BE6-AD39-4D97-CAF7-629059BC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491568-12C8-BC07-B6ED-64B59999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5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27F6A-64D4-66E9-7CAF-9E5E491E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65353C-4130-94B9-79E8-92F599FA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B5FF00-1111-10B3-075C-1207A730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87A667-432F-5A94-1A08-C41F36CE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05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E577A8-B91B-9154-A95C-72239957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D6FB5D-D185-4F12-5474-1C9CF756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99F174-E862-097C-3650-EA1EA0E1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38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B25BA-A3E5-1C8C-C5E4-3508B181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D65FF6-8B18-C66B-F778-CE6BCDF38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4F0A17-3B34-A595-1BFF-F326BF27A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B5AF9A-695D-F3BA-F1DE-CC63AAB1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E11475-79AE-55BA-48E7-42E6C1D4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C8E42-C350-8433-075F-2A51DABB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229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971B3-5B11-91A1-DE95-7CD07842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9A6F06-AE5B-94B1-7995-184A13478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283B5A-1C3E-8967-AF74-02257E788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16855-979A-F573-F466-D9E820DC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C6E148-5A75-E8BE-960A-E01B5655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7BB1BA-92EA-071A-E288-3D21F5AE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41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F23F9-6BC1-7A10-0759-F42F082D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1F03D9-881D-F7F3-5B90-E37DD0F48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12130A-DA08-389A-33B8-02F3815C5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7DB15-07D0-5399-B14C-AD474BE9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4B947-46CA-4D40-BF1F-153032357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40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ACE462-8096-E89D-BAD4-98234B178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5D4840-231D-2F90-DE7B-0535E7CE4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57A57D-77AA-AB74-D9BE-3AFBF2CA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DF27A8-1903-334A-E43E-8618593F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F56F7-2BAD-A70E-4BA0-3EEB2C74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69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D52B3-1B05-40C0-FAA3-7B4EAC8A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2513C6-A3AD-FD62-9E13-EB763BAF9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EB729-4C98-06B0-6C62-EE2D58126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C235-CB5F-4B63-9000-272F026D1389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00770-5C6C-2450-C054-A05152744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428F1-A3E8-74BF-4DC4-0BE1A2D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29F2A-B34F-4B84-9CA7-93C096910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07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0C016-CF9E-A40A-EBB5-1A3B205C0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271435-E615-CFF2-660C-548954DE7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58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9FC9F-0F70-BE4D-08C5-C8FA64BD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Guid</a:t>
            </a:r>
            <a:r>
              <a:rPr lang="en-US" altLang="ko-KR" dirty="0"/>
              <a:t> </a:t>
            </a:r>
            <a:r>
              <a:rPr lang="ko-KR" altLang="en-US" dirty="0"/>
              <a:t>사용시 고려사항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FDFF6F-89F8-B588-3C5F-4785ACFC3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3570" y="1825625"/>
                <a:ext cx="5540229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</a:t>
                </a:r>
                <a:r>
                  <a:rPr lang="en-US" altLang="ko-KR" sz="1600" dirty="0" err="1"/>
                  <a:t>Guid</a:t>
                </a:r>
                <a:r>
                  <a:rPr lang="en-US" altLang="ko-KR" sz="1600" dirty="0"/>
                  <a:t> 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기존 개념상 </a:t>
                </a:r>
                <a:r>
                  <a:rPr lang="en-US" altLang="ko-KR" sz="1600" dirty="0"/>
                  <a:t>Call 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Call m </a:t>
                </a:r>
                <a:r>
                  <a:rPr lang="ko-KR" altLang="en-US" sz="1600" dirty="0"/>
                  <a:t>에 대한 </a:t>
                </a:r>
                <a:r>
                  <a:rPr lang="en-US" altLang="ko-KR" sz="1600" dirty="0" err="1"/>
                  <a:t>Guid</a:t>
                </a:r>
                <a:r>
                  <a:rPr lang="en-US" altLang="ko-KR" sz="1600" dirty="0"/>
                  <a:t> n</a:t>
                </a:r>
              </a:p>
              <a:p>
                <a:endParaRPr lang="ko-KR" altLang="en-US" sz="1600" dirty="0"/>
              </a:p>
              <a:p>
                <a:r>
                  <a:rPr lang="ko-KR" altLang="en-US" sz="1600" dirty="0"/>
                  <a:t>장점</a:t>
                </a:r>
                <a:endParaRPr lang="en-US" altLang="ko-KR" sz="1600" dirty="0"/>
              </a:p>
              <a:p>
                <a:pPr lvl="1"/>
                <a:r>
                  <a:rPr lang="en-US" altLang="ko-KR" sz="1400" dirty="0"/>
                  <a:t>Graph </a:t>
                </a:r>
                <a:r>
                  <a:rPr lang="ko-KR" altLang="en-US" sz="1400" dirty="0"/>
                  <a:t>상의 </a:t>
                </a:r>
                <a:r>
                  <a:rPr lang="en-US" altLang="ko-KR" sz="1400" dirty="0" err="1"/>
                  <a:t>uniq</a:t>
                </a:r>
                <a:r>
                  <a:rPr lang="en-US" altLang="ko-KR" sz="1400" dirty="0"/>
                  <a:t> vertex</a:t>
                </a:r>
              </a:p>
              <a:p>
                <a:r>
                  <a:rPr lang="ko-KR" altLang="en-US" sz="1600" dirty="0"/>
                  <a:t>단점</a:t>
                </a:r>
                <a:endParaRPr lang="en-US" altLang="ko-KR" sz="16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sz="1400" dirty="0"/>
                  <a:t>정시</a:t>
                </a:r>
                <a:r>
                  <a:rPr lang="en-US" altLang="ko-KR" sz="1400" dirty="0"/>
                  <a:t>?</a:t>
                </a:r>
                <a:r>
                  <a:rPr lang="ko-KR" alt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모두 찾아 수정</a:t>
                </a:r>
                <a:r>
                  <a:rPr lang="en-US" altLang="ko-KR" sz="1400" dirty="0"/>
                  <a:t>? (</a:t>
                </a:r>
                <a:r>
                  <a:rPr lang="ko-KR" altLang="en-US" sz="1400" dirty="0"/>
                  <a:t>불가</a:t>
                </a:r>
                <a:r>
                  <a:rPr lang="en-US" altLang="ko-KR" sz="1400" dirty="0"/>
                  <a:t>?)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sz="1400" dirty="0"/>
                  <a:t>정시</a:t>
                </a:r>
                <a:r>
                  <a:rPr lang="en-US" altLang="ko-KR" sz="1400" dirty="0"/>
                  <a:t>?</a:t>
                </a:r>
                <a:r>
                  <a:rPr lang="ko-KR" alt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모두 찾아 수정</a:t>
                </a:r>
                <a:r>
                  <a:rPr lang="en-US" altLang="ko-KR" sz="1400" dirty="0"/>
                  <a:t>? (</a:t>
                </a:r>
                <a:r>
                  <a:rPr lang="ko-KR" altLang="en-US" sz="1400" dirty="0"/>
                  <a:t>불가</a:t>
                </a:r>
                <a:r>
                  <a:rPr lang="en-US" altLang="ko-KR" sz="1400" dirty="0"/>
                  <a:t>?)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safety </a:t>
                </a:r>
                <a:r>
                  <a:rPr lang="ko-KR" altLang="en-US" sz="1400" dirty="0"/>
                  <a:t>조건이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라</m:t>
                    </m:r>
                  </m:oMath>
                </a14:m>
                <a:r>
                  <a:rPr lang="ko-KR" altLang="en-US" sz="1400" dirty="0"/>
                  <a:t>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ko-KR" altLang="en-US" sz="1400" dirty="0"/>
                  <a:t> 모든 </a:t>
                </a:r>
                <a:r>
                  <a:rPr lang="en-US" altLang="ko-KR" sz="1400" dirty="0"/>
                  <a:t>G </a:t>
                </a:r>
                <a:r>
                  <a:rPr lang="ko-KR" altLang="en-US" sz="1400" dirty="0"/>
                  <a:t>찾아서 기입</a:t>
                </a:r>
                <a:r>
                  <a:rPr lang="en-US" altLang="ko-KR" sz="1400" dirty="0"/>
                  <a:t>?</a:t>
                </a:r>
                <a:endParaRPr lang="ko-KR" altLang="en-US" sz="1400" dirty="0"/>
              </a:p>
              <a:p>
                <a:pPr lvl="1"/>
                <a:endParaRPr lang="ko-KR" altLang="en-US" sz="1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FDFF6F-89F8-B588-3C5F-4785ACFC3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3570" y="1825625"/>
                <a:ext cx="5540229" cy="4351338"/>
              </a:xfrm>
              <a:blipFill>
                <a:blip r:embed="rId2"/>
                <a:stretch>
                  <a:fillRect l="-441" t="-980" r="-1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0EB764A0-0845-F35E-5661-3AD0F8A2C78D}"/>
                  </a:ext>
                </a:extLst>
              </p:cNvPr>
              <p:cNvSpPr/>
              <p:nvPr/>
            </p:nvSpPr>
            <p:spPr>
              <a:xfrm>
                <a:off x="1430323" y="2369890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0EB764A0-0845-F35E-5661-3AD0F8A2C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323" y="2369890"/>
                <a:ext cx="1149292" cy="58303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0CF2438-FE41-B908-6707-B46D7A50EEBC}"/>
                  </a:ext>
                </a:extLst>
              </p:cNvPr>
              <p:cNvSpPr/>
              <p:nvPr/>
            </p:nvSpPr>
            <p:spPr>
              <a:xfrm>
                <a:off x="3449273" y="2369889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0CF2438-FE41-B908-6707-B46D7A50EE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273" y="2369889"/>
                <a:ext cx="1149292" cy="58303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94D4251-7CF7-BC5F-D071-CFF0E5D33150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2579615" y="2661407"/>
            <a:ext cx="8696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0ECA3186-BFFB-1649-8009-197D9190802A}"/>
                  </a:ext>
                </a:extLst>
              </p:cNvPr>
              <p:cNvSpPr/>
              <p:nvPr/>
            </p:nvSpPr>
            <p:spPr>
              <a:xfrm>
                <a:off x="1430323" y="3429001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0ECA3186-BFFB-1649-8009-197D91908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323" y="3429001"/>
                <a:ext cx="1149292" cy="58303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DD17FCD-9D6C-2DDD-B55C-4592A14B2083}"/>
                  </a:ext>
                </a:extLst>
              </p:cNvPr>
              <p:cNvSpPr/>
              <p:nvPr/>
            </p:nvSpPr>
            <p:spPr>
              <a:xfrm>
                <a:off x="3449273" y="3429000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DD17FCD-9D6C-2DDD-B55C-4592A14B2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273" y="3429000"/>
                <a:ext cx="1149292" cy="58303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ACDFB1C-228F-140B-7B60-B94EA04F8226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2579615" y="3720518"/>
            <a:ext cx="8696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54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9FC9F-0F70-BE4D-08C5-C8FA64BD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Guid</a:t>
            </a:r>
            <a:r>
              <a:rPr lang="en-US" altLang="ko-KR" dirty="0"/>
              <a:t> </a:t>
            </a:r>
            <a:r>
              <a:rPr lang="ko-KR" altLang="en-US" dirty="0"/>
              <a:t>사용시 고려사항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FDFF6F-89F8-B588-3C5F-4785ACFC3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463" y="1816332"/>
            <a:ext cx="5540229" cy="1185134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(A || B) </a:t>
            </a:r>
            <a:r>
              <a:rPr lang="en-US" altLang="ko-KR" sz="3200" dirty="0">
                <a:sym typeface="Wingdings" panose="05000000000000000000" pitchFamily="2" charset="2"/>
              </a:rPr>
              <a:t> C  D</a:t>
            </a:r>
            <a:endParaRPr lang="en-US" altLang="ko-KR" sz="32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EB764A0-0845-F35E-5661-3AD0F8A2C78D}"/>
              </a:ext>
            </a:extLst>
          </p:cNvPr>
          <p:cNvSpPr/>
          <p:nvPr/>
        </p:nvSpPr>
        <p:spPr>
          <a:xfrm>
            <a:off x="1381462" y="3416912"/>
            <a:ext cx="1149292" cy="5830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A</a:t>
            </a:r>
            <a:endParaRPr lang="ko-KR" altLang="en-US" sz="11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0CF2438-FE41-B908-6707-B46D7A50EEBC}"/>
              </a:ext>
            </a:extLst>
          </p:cNvPr>
          <p:cNvSpPr/>
          <p:nvPr/>
        </p:nvSpPr>
        <p:spPr>
          <a:xfrm>
            <a:off x="3400412" y="3416911"/>
            <a:ext cx="1149292" cy="5830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0" dirty="0"/>
              <a:t>C</a:t>
            </a:r>
            <a:endParaRPr lang="ko-KR" altLang="en-US" sz="11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94D4251-7CF7-BC5F-D071-CFF0E5D33150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2530754" y="3708429"/>
            <a:ext cx="8696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F4BA5430-B00E-0974-9CDF-FCA6B876B942}"/>
              </a:ext>
            </a:extLst>
          </p:cNvPr>
          <p:cNvSpPr/>
          <p:nvPr/>
        </p:nvSpPr>
        <p:spPr>
          <a:xfrm>
            <a:off x="1352377" y="4291464"/>
            <a:ext cx="1149292" cy="5830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B</a:t>
            </a:r>
            <a:endParaRPr lang="ko-KR" altLang="en-US" sz="110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68737F1-0C3D-9D3E-BC75-B74B17C7DE6E}"/>
              </a:ext>
            </a:extLst>
          </p:cNvPr>
          <p:cNvSpPr/>
          <p:nvPr/>
        </p:nvSpPr>
        <p:spPr>
          <a:xfrm>
            <a:off x="3371327" y="4291463"/>
            <a:ext cx="1149292" cy="5830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0" dirty="0"/>
              <a:t>C_1</a:t>
            </a:r>
            <a:endParaRPr lang="ko-KR" altLang="en-US" sz="11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F1AE4EC-4F76-288C-40EF-322A1523BFDE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2501669" y="4582981"/>
            <a:ext cx="8696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D7F027AC-A3A8-8F8A-01AB-46D26A17AD68}"/>
              </a:ext>
            </a:extLst>
          </p:cNvPr>
          <p:cNvSpPr/>
          <p:nvPr/>
        </p:nvSpPr>
        <p:spPr>
          <a:xfrm>
            <a:off x="5419362" y="3408966"/>
            <a:ext cx="1149292" cy="5830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0" dirty="0"/>
              <a:t>D</a:t>
            </a:r>
            <a:endParaRPr lang="ko-KR" altLang="en-US" sz="11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51E4819-BADF-9C70-1872-22206FE55E9F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4425417" y="3700484"/>
            <a:ext cx="993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274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EBF94-C1A8-038F-87AF-981C328B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Hierachy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E93C86-73DA-684B-DBFE-8C179E25F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System</a:t>
            </a:r>
          </a:p>
          <a:p>
            <a:pPr lvl="1"/>
            <a:r>
              <a:rPr lang="en-US" altLang="ko-KR" dirty="0"/>
              <a:t>Works</a:t>
            </a:r>
          </a:p>
          <a:p>
            <a:pPr lvl="2"/>
            <a:r>
              <a:rPr lang="en-US" altLang="ko-KR" dirty="0"/>
              <a:t>Area</a:t>
            </a:r>
          </a:p>
          <a:p>
            <a:pPr lvl="2"/>
            <a:r>
              <a:rPr lang="en-US" altLang="ko-KR" dirty="0"/>
              <a:t>Actions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Area : Non–hierarchical </a:t>
            </a:r>
          </a:p>
          <a:p>
            <a:pPr lvl="2"/>
            <a:r>
              <a:rPr lang="ko-KR" altLang="en-US" dirty="0"/>
              <a:t>기존 </a:t>
            </a:r>
            <a:r>
              <a:rPr lang="en-US" altLang="ko-KR" dirty="0"/>
              <a:t>flow</a:t>
            </a:r>
          </a:p>
          <a:p>
            <a:pPr lvl="2"/>
            <a:r>
              <a:rPr lang="en-US" altLang="ko-KR" dirty="0"/>
              <a:t>Work item </a:t>
            </a:r>
            <a:r>
              <a:rPr lang="ko-KR" altLang="en-US" dirty="0"/>
              <a:t>을 </a:t>
            </a:r>
            <a:r>
              <a:rPr lang="en-US" altLang="ko-KR" dirty="0"/>
              <a:t>graph vertex </a:t>
            </a:r>
            <a:r>
              <a:rPr lang="ko-KR" altLang="en-US" dirty="0"/>
              <a:t>로 갖지 않는다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Work </a:t>
            </a:r>
            <a:r>
              <a:rPr lang="ko-KR" altLang="en-US" dirty="0"/>
              <a:t>의 </a:t>
            </a:r>
            <a:r>
              <a:rPr lang="en-US" altLang="ko-KR" dirty="0"/>
              <a:t>vertex/edge </a:t>
            </a:r>
            <a:r>
              <a:rPr lang="ko-KR" altLang="en-US" dirty="0"/>
              <a:t>는 </a:t>
            </a:r>
            <a:r>
              <a:rPr lang="en-US" altLang="ko-KR" dirty="0"/>
              <a:t>system graph</a:t>
            </a:r>
            <a:r>
              <a:rPr lang="ko-KR" altLang="en-US"/>
              <a:t> 에 귀속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5268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135</Words>
  <Application>Microsoft Office PowerPoint</Application>
  <PresentationFormat>와이드스크린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Cambria Math</vt:lpstr>
      <vt:lpstr>Wingdings</vt:lpstr>
      <vt:lpstr>Office 테마</vt:lpstr>
      <vt:lpstr>PowerPoint 프레젠테이션</vt:lpstr>
      <vt:lpstr>Guid 사용시 고려사항</vt:lpstr>
      <vt:lpstr>Guid 사용시 고려사항 2</vt:lpstr>
      <vt:lpstr>Hierachy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kwak dual</dc:creator>
  <cp:lastModifiedBy>kwak dual</cp:lastModifiedBy>
  <cp:revision>4</cp:revision>
  <dcterms:created xsi:type="dcterms:W3CDTF">2025-02-09T23:42:58Z</dcterms:created>
  <dcterms:modified xsi:type="dcterms:W3CDTF">2025-02-12T08:07:37Z</dcterms:modified>
</cp:coreProperties>
</file>